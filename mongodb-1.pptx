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_rels/presentation.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1.xml.rels" ContentType="application/vnd.openxmlformats-package.relationships+xml"/>
  <Override PartName="/ppt/slideLayouts/_rels/slideLayout15.xml.rels" ContentType="application/vnd.openxmlformats-package.relationships+xml"/>
  <Override PartName="/ppt/slideLayouts/_rels/slideLayout28.xml.rels" ContentType="application/vnd.openxmlformats-package.relationships+xml"/>
  <Override PartName="/ppt/slideLayouts/_rels/slideLayout14.xml.rels" ContentType="application/vnd.openxmlformats-package.relationships+xml"/>
  <Override PartName="/ppt/slideLayouts/_rels/slideLayout89.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62.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63.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96.xml.rels" ContentType="application/vnd.openxmlformats-package.relationships+xml"/>
  <Override PartName="/ppt/slideLayouts/_rels/slideLayout43.xml.rels" ContentType="application/vnd.openxmlformats-package.relationships+xml"/>
  <Override PartName="/ppt/slideLayouts/_rels/slideLayout97.xml.rels" ContentType="application/vnd.openxmlformats-package.relationships+xml"/>
  <Override PartName="/ppt/slideLayouts/_rels/slideLayout44.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98.xml.rels" ContentType="application/vnd.openxmlformats-package.relationships+xml"/>
  <Override PartName="/ppt/slideLayouts/_rels/slideLayout45.xml.rels" ContentType="application/vnd.openxmlformats-package.relationships+xml"/>
  <Override PartName="/ppt/slideLayouts/_rels/slideLayout99.xml.rels" ContentType="application/vnd.openxmlformats-package.relationships+xml"/>
  <Override PartName="/ppt/slideLayouts/_rels/slideLayout50.xml.rels" ContentType="application/vnd.openxmlformats-package.relationships+xml"/>
  <Override PartName="/ppt/slideLayouts/_rels/slideLayout85.xml.rels" ContentType="application/vnd.openxmlformats-package.relationships+xml"/>
  <Override PartName="/ppt/slideLayouts/_rels/slideLayout32.xml.rels" ContentType="application/vnd.openxmlformats-package.relationships+xml"/>
  <Override PartName="/ppt/slideLayouts/_rels/slideLayout70.xml.rels" ContentType="application/vnd.openxmlformats-package.relationships+xml"/>
  <Override PartName="/ppt/slideLayouts/_rels/slideLayout66.xml.rels" ContentType="application/vnd.openxmlformats-package.relationships+xml"/>
  <Override PartName="/ppt/slideLayouts/_rels/slideLayout103.xml.rels" ContentType="application/vnd.openxmlformats-package.relationships+xml"/>
  <Override PartName="/ppt/slideLayouts/_rels/slideLayout100.xml.rels" ContentType="application/vnd.openxmlformats-package.relationships+xml"/>
  <Override PartName="/ppt/slideLayouts/_rels/slideLayout106.xml.rels" ContentType="application/vnd.openxmlformats-package.relationships+xml"/>
  <Override PartName="/ppt/slideLayouts/_rels/slideLayout80.xml.rels" ContentType="application/vnd.openxmlformats-package.relationships+xml"/>
  <Override PartName="/ppt/slideLayouts/_rels/slideLayout104.xml.rels" ContentType="application/vnd.openxmlformats-package.relationships+xml"/>
  <Override PartName="/ppt/slideLayouts/_rels/slideLayout52.xml.rels" ContentType="application/vnd.openxmlformats-package.relationships+xml"/>
  <Override PartName="/ppt/slideLayouts/_rels/slideLayout101.xml.rels" ContentType="application/vnd.openxmlformats-package.relationships+xml"/>
  <Override PartName="/ppt/slideLayouts/_rels/slideLayout107.xml.rels" ContentType="application/vnd.openxmlformats-package.relationships+xml"/>
  <Override PartName="/ppt/slideLayouts/_rels/slideLayout81.xml.rels" ContentType="application/vnd.openxmlformats-package.relationships+xml"/>
  <Override PartName="/ppt/slideLayouts/_rels/slideLayout105.xml.rels" ContentType="application/vnd.openxmlformats-package.relationships+xml"/>
  <Override PartName="/ppt/slideLayouts/_rels/slideLayout53.xml.rels" ContentType="application/vnd.openxmlformats-package.relationships+xml"/>
  <Override PartName="/ppt/slideLayouts/_rels/slideLayout58.xml.rels" ContentType="application/vnd.openxmlformats-package.relationships+xml"/>
  <Override PartName="/ppt/slideLayouts/_rels/slideLayout65.xml.rels" ContentType="application/vnd.openxmlformats-package.relationships+xml"/>
  <Override PartName="/ppt/slideLayouts/_rels/slideLayout27.xml.rels" ContentType="application/vnd.openxmlformats-package.relationships+xml"/>
  <Override PartName="/ppt/slideLayouts/_rels/slideLayout36.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55.xml.rels" ContentType="application/vnd.openxmlformats-package.relationships+xml"/>
  <Override PartName="/ppt/slideLayouts/_rels/slideLayout40.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4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51.xml.rels" ContentType="application/vnd.openxmlformats-package.relationships+xml"/>
  <Override PartName="/ppt/slideLayouts/_rels/slideLayout46.xml.rels" ContentType="application/vnd.openxmlformats-package.relationships+xml"/>
  <Override PartName="/ppt/slideLayouts/_rels/slideLayout92.xml.rels" ContentType="application/vnd.openxmlformats-package.relationships+xml"/>
  <Override PartName="/ppt/slideLayouts/_rels/slideLayout38.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5.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91.xml.rels" ContentType="application/vnd.openxmlformats-package.relationships+xml"/>
  <Override PartName="/ppt/slideLayouts/_rels/slideLayout25.xml.rels" ContentType="application/vnd.openxmlformats-package.relationships+xml"/>
  <Override PartName="/ppt/slideLayouts/_rels/slideLayout90.xml.rels" ContentType="application/vnd.openxmlformats-package.relationships+xml"/>
  <Override PartName="/ppt/slideLayouts/_rels/slideLayout24.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75.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76.xml.rels" ContentType="application/vnd.openxmlformats-package.relationships+xml"/>
  <Override PartName="/ppt/slideLayouts/_rels/slideLayout78.xml.rels" ContentType="application/vnd.openxmlformats-package.relationships+xml"/>
  <Override PartName="/ppt/slideLayouts/_rels/slideLayout87.xml.rels" ContentType="application/vnd.openxmlformats-package.relationships+xml"/>
  <Override PartName="/ppt/slideLayouts/_rels/slideLayout94.xml.rels" ContentType="application/vnd.openxmlformats-package.relationships+xml"/>
  <Override PartName="/ppt/slideLayouts/_rels/slideLayout95.xml.rels" ContentType="application/vnd.openxmlformats-package.relationships+xml"/>
  <Override PartName="/ppt/slideLayouts/_rels/slideLayout88.xml.rels" ContentType="application/vnd.openxmlformats-package.relationships+xml"/>
  <Override PartName="/ppt/slideLayouts/_rels/slideLayout64.xml.rels" ContentType="application/vnd.openxmlformats-package.relationships+xml"/>
  <Override PartName="/ppt/slideLayouts/_rels/slideLayout7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86.xml.rels" ContentType="application/vnd.openxmlformats-package.relationships+xml"/>
  <Override PartName="/ppt/slideLayouts/_rels/slideLayout93.xml.rels" ContentType="application/vnd.openxmlformats-package.relationships+xml"/>
  <Override PartName="/ppt/slideLayouts/_rels/slideLayout82.xml.rels" ContentType="application/vnd.openxmlformats-package.relationships+xml"/>
  <Override PartName="/ppt/slideLayouts/_rels/slideLayout108.xml.rels" ContentType="application/vnd.openxmlformats-package.relationships+xml"/>
  <Override PartName="/ppt/slideLayouts/_rels/slideLayout102.xml.rels" ContentType="application/vnd.openxmlformats-package.relationships+xml"/>
  <Override PartName="/ppt/slideLayouts/_rels/slideLayout74.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27.xml" ContentType="application/vnd.openxmlformats-officedocument.presentationml.slideLayout+xml"/>
  <Override PartName="/ppt/slideLayouts/slideLayout92.xml" ContentType="application/vnd.openxmlformats-officedocument.presentationml.slideLayout+xml"/>
  <Override PartName="/ppt/slideLayouts/slideLayout26.xml" ContentType="application/vnd.openxmlformats-officedocument.presentationml.slideLayout+xml"/>
  <Override PartName="/ppt/slideLayouts/slideLayout91.xml" ContentType="application/vnd.openxmlformats-officedocument.presentationml.slideLayout+xml"/>
  <Override PartName="/ppt/slideLayouts/slideLayout25.xml" ContentType="application/vnd.openxmlformats-officedocument.presentationml.slideLayout+xml"/>
  <Override PartName="/ppt/slideLayouts/slideLayout90.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108.xml" ContentType="application/vnd.openxmlformats-officedocument.presentationml.slideLayout+xml"/>
  <Override PartName="/ppt/slideLayouts/slideLayout95.xml" ContentType="application/vnd.openxmlformats-officedocument.presentationml.slideLayout+xml"/>
  <Override PartName="/ppt/slideLayouts/slideLayout107.xml" ContentType="application/vnd.openxmlformats-officedocument.presentationml.slideLayout+xml"/>
  <Override PartName="/ppt/slideLayouts/slideLayout29.xml" ContentType="application/vnd.openxmlformats-officedocument.presentationml.slideLayout+xml"/>
  <Override PartName="/ppt/slideLayouts/slideLayout94.xml" ContentType="application/vnd.openxmlformats-officedocument.presentationml.slideLayout+xml"/>
  <Override PartName="/ppt/slideLayouts/slideLayout106.xml" ContentType="application/vnd.openxmlformats-officedocument.presentationml.slideLayout+xml"/>
  <Override PartName="/ppt/slideLayouts/slideLayout28.xml" ContentType="application/vnd.openxmlformats-officedocument.presentationml.slideLayout+xml"/>
  <Override PartName="/ppt/slideLayouts/slideLayout93.xml" ContentType="application/vnd.openxmlformats-officedocument.presentationml.slideLayout+xml"/>
  <Override PartName="/ppt/slideLayouts/slideLayout14.xml" ContentType="application/vnd.openxmlformats-officedocument.presentationml.slideLayout+xml"/>
  <Override PartName="/ppt/slideLayouts/slideLayout105.xml" ContentType="application/vnd.openxmlformats-officedocument.presentationml.slideLayout+xml"/>
  <Override PartName="/ppt/slideLayouts/slideLayout99.xml" ContentType="application/vnd.openxmlformats-officedocument.presentationml.slideLayout+xml"/>
  <Override PartName="/ppt/slideLayouts/slideLayout62.xml" ContentType="application/vnd.openxmlformats-officedocument.presentationml.slideLayout+xml"/>
  <Override PartName="/ppt/slideLayouts/slideLayout104.xml" ContentType="application/vnd.openxmlformats-officedocument.presentationml.slideLayout+xml"/>
  <Override PartName="/ppt/slideLayouts/slideLayout98.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ppt/slideLayouts/slideLayout97.xml" ContentType="application/vnd.openxmlformats-officedocument.presentationml.slideLayout+xml"/>
  <Override PartName="/ppt/slideLayouts/slideLayout60.xml" ContentType="application/vnd.openxmlformats-officedocument.presentationml.slideLayout+xml"/>
  <Override PartName="/ppt/slideLayouts/slideLayout102.xml" ContentType="application/vnd.openxmlformats-officedocument.presentationml.slideLayout+xml"/>
  <Override PartName="/ppt/slideLayouts/slideLayout96.xml" ContentType="application/vnd.openxmlformats-officedocument.presentationml.slideLayout+xml"/>
  <Override PartName="/ppt/slideLayouts/slideLayout101.xml" ContentType="application/vnd.openxmlformats-officedocument.presentationml.slideLayout+xml"/>
  <Override PartName="/ppt/slideLayouts/slideLayout100.xml" ContentType="application/vnd.openxmlformats-officedocument.presentationml.slideLayout+xml"/>
  <Override PartName="/ppt/slideLayouts/slideLayout69.xml" ContentType="application/vnd.openxmlformats-officedocument.presentationml.slideLayout+xml"/>
  <Override PartName="/ppt/slideLayouts/slideLayout68.xml" ContentType="application/vnd.openxmlformats-officedocument.presentationml.slideLayout+xml"/>
  <Override PartName="/ppt/slideLayouts/slideLayout67.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media/image1.png" ContentType="image/png"/>
  <Override PartName="/ppt/media/image2.png" ContentType="image/png"/>
  <Override PartName="/ppt/media/image3.png" ContentType="image/png"/>
  <Override PartName="/ppt/presProps.xml" ContentType="application/vnd.openxmlformats-officedocument.presentationml.presProps+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42.xml" ContentType="application/vnd.openxmlformats-officedocument.presentationml.slide+xml"/>
  <Override PartName="/ppt/slides/slide47.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60.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9.xml" ContentType="application/vnd.openxmlformats-officedocument.presentationml.slide+xml"/>
  <Override PartName="/ppt/slides/slide61.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63.xml" ContentType="application/vnd.openxmlformats-officedocument.presentationml.slide+xml"/>
  <Override PartName="/ppt/slides/slide26.xml" ContentType="application/vnd.openxmlformats-officedocument.presentationml.slide+xml"/>
  <Override PartName="/ppt/slides/slide62.xml" ContentType="application/vnd.openxmlformats-officedocument.presentationml.slide+xml"/>
  <Override PartName="/ppt/slides/slide25.xml" ContentType="application/vnd.openxmlformats-officedocument.presentationml.slide+xml"/>
  <Override PartName="/ppt/slides/slide2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59.xml" ContentType="application/vnd.openxmlformats-officedocument.presentationml.slide+xml"/>
  <Override PartName="/ppt/slides/slide22.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_rels/slide39.xml.rels" ContentType="application/vnd.openxmlformats-package.relationships+xml"/>
  <Override PartName="/ppt/slides/_rels/slide31.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28.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37.xml.rels" ContentType="application/vnd.openxmlformats-package.relationships+xml"/>
  <Override PartName="/ppt/slides/_rels/slide58.xml.rels" ContentType="application/vnd.openxmlformats-package.relationships+xml"/>
  <Override PartName="/ppt/slides/_rels/slide13.xml.rels" ContentType="application/vnd.openxmlformats-package.relationships+xml"/>
  <Override PartName="/ppt/slides/_rels/slide27.xml.rels" ContentType="application/vnd.openxmlformats-package.relationships+xml"/>
  <Override PartName="/ppt/slides/_rels/slide36.xml.rels" ContentType="application/vnd.openxmlformats-package.relationships+xml"/>
  <Override PartName="/ppt/slides/_rels/slide43.xml.rels" ContentType="application/vnd.openxmlformats-package.relationships+xml"/>
  <Override PartName="/ppt/slides/_rels/slide8.xml.rels" ContentType="application/vnd.openxmlformats-package.relationships+xml"/>
  <Override PartName="/ppt/slides/_rels/slide2.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12.xml.rels" ContentType="application/vnd.openxmlformats-package.relationships+xml"/>
  <Override PartName="/ppt/slides/_rels/slide22.xml.rels" ContentType="application/vnd.openxmlformats-package.relationships+xml"/>
  <Override PartName="/ppt/slides/_rels/slide18.xml.rels" ContentType="application/vnd.openxmlformats-package.relationships+xml"/>
  <Override PartName="/ppt/slides/_rels/slide35.xml.rels" ContentType="application/vnd.openxmlformats-package.relationships+xml"/>
  <Override PartName="/ppt/slides/_rels/slide51.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48.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55.xml.rels" ContentType="application/vnd.openxmlformats-package.relationships+xml"/>
  <Override PartName="/ppt/slides/_rels/slide54.xml.rels" ContentType="application/vnd.openxmlformats-package.relationships+xml"/>
  <Override PartName="/ppt/slides/_rels/slide63.xml.rels" ContentType="application/vnd.openxmlformats-package.relationships+xml"/>
  <Override PartName="/ppt/slides/_rels/slide47.xml.rels" ContentType="application/vnd.openxmlformats-package.relationships+xml"/>
  <Override PartName="/ppt/slides/_rels/slide4.xml.rels" ContentType="application/vnd.openxmlformats-package.relationships+xml"/>
  <Override PartName="/ppt/slides/_rels/slide41.xml.rels" ContentType="application/vnd.openxmlformats-package.relationships+xml"/>
  <Override PartName="/ppt/slides/_rels/slide6.xml.rels" ContentType="application/vnd.openxmlformats-package.relationships+xml"/>
  <Override PartName="/ppt/slides/_rels/slide34.xml.rels" ContentType="application/vnd.openxmlformats-package.relationships+xml"/>
  <Override PartName="/ppt/slides/_rels/slide50.xml.rels" ContentType="application/vnd.openxmlformats-package.relationships+xml"/>
  <Override PartName="/ppt/slides/_rels/slide49.xml.rels" ContentType="application/vnd.openxmlformats-package.relationships+xml"/>
  <Override PartName="/ppt/slides/_rels/slide53.xml.rels" ContentType="application/vnd.openxmlformats-package.relationships+xml"/>
  <Override PartName="/ppt/slides/_rels/slide62.xml.rels" ContentType="application/vnd.openxmlformats-package.relationships+xml"/>
  <Override PartName="/ppt/slides/_rels/slide46.xml.rels" ContentType="application/vnd.openxmlformats-package.relationships+xml"/>
  <Override PartName="/ppt/slides/_rels/slide57.xml.rels" ContentType="application/vnd.openxmlformats-package.relationships+xml"/>
  <Override PartName="/ppt/slides/_rels/slide61.xml.rels" ContentType="application/vnd.openxmlformats-package.relationships+xml"/>
  <Override PartName="/ppt/slides/_rels/slide52.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14.xml.rels" ContentType="application/vnd.openxmlformats-package.relationships+xml"/>
  <Override PartName="/ppt/slides/_rels/slide33.xml.rels" ContentType="application/vnd.openxmlformats-package.relationships+xml"/>
  <Override PartName="/ppt/slides/_rels/slide29.xml.rels" ContentType="application/vnd.openxmlformats-package.relationships+xml"/>
  <Override PartName="/ppt/slides/_rels/slide19.xml.rels" ContentType="application/vnd.openxmlformats-package.relationships+xml"/>
  <Override PartName="/ppt/slides/_rels/slide23.xml.rels" ContentType="application/vnd.openxmlformats-package.relationships+xml"/>
  <Override PartName="/ppt/slides/_rels/slide30.xml.rels" ContentType="application/vnd.openxmlformats-package.relationships+xml"/>
  <Override PartName="/ppt/slides/_rels/slide38.xml.rels" ContentType="application/vnd.openxmlformats-package.relationships+xml"/>
  <Override PartName="/ppt/slides/_rels/slide45.xml.rels" ContentType="application/vnd.openxmlformats-package.relationships+xml"/>
  <Override PartName="/ppt/slides/_rels/slide59.xml.rels" ContentType="application/vnd.openxmlformats-package.relationships+xml"/>
  <Override PartName="/ppt/slides/_rels/slide10.xml.rels" ContentType="application/vnd.openxmlformats-package.relationships+xml"/>
  <Override PartName="/ppt/slides/_rels/slide25.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2.xml.rels" ContentType="application/vnd.openxmlformats-package.relationships+xml"/>
  <Override PartName="/ppt/slides/slide6.xml" ContentType="application/vnd.openxmlformats-officedocument.presentationml.slide+xml"/>
  <Override PartName="/ppt/slides/slide1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71271A0D-B688-45E1-A809-0E00729CEA34}" type="slidenum">
              <a:t>&lt;#&gt;</a:t>
            </a:fld>
          </a:p>
        </p:txBody>
      </p:sp>
      <p:sp>
        <p:nvSpPr>
          <p:cNvPr id="4" name="PlaceHolder 3"/>
          <p:cNvSpPr>
            <a:spLocks noGrp="1"/>
          </p:cNvSpPr>
          <p:nvPr>
            <p:ph type="dt" idx="3"/>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6" name="PlaceHolder 2"/>
          <p:cNvSpPr>
            <a:spLocks noGrp="1"/>
          </p:cNvSpPr>
          <p:nvPr>
            <p:ph type="subTitle"/>
          </p:nvPr>
        </p:nvSpPr>
        <p:spPr>
          <a:xfrm>
            <a:off x="504000" y="1326600"/>
            <a:ext cx="1053360" cy="328644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DD3CD35-1761-4244-9901-D544764A871A}"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8" name="PlaceHolder 2"/>
          <p:cNvSpPr>
            <a:spLocks noGrp="1"/>
          </p:cNvSpPr>
          <p:nvPr>
            <p:ph/>
          </p:nvPr>
        </p:nvSpPr>
        <p:spPr>
          <a:xfrm>
            <a:off x="504000" y="1326600"/>
            <a:ext cx="1053360" cy="32864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7ACFCBA-510C-4E71-B276-0AB954D8A1A1}"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0"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11"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7909E407-8D8A-41A6-BD68-6DADB02AB4EA}" type="slidenum">
              <a:t>&lt;#&gt;</a:t>
            </a:fld>
          </a:p>
        </p:txBody>
      </p:sp>
      <p:sp>
        <p:nvSpPr>
          <p:cNvPr id="7" name="PlaceHolder 6"/>
          <p:cNvSpPr>
            <a:spLocks noGrp="1"/>
          </p:cNvSpPr>
          <p:nvPr>
            <p:ph type="dt" idx="3"/>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C33A050E-4CEA-484D-A4D9-23A0FF12E90D}" type="slidenum">
              <a:t>&lt;#&gt;</a:t>
            </a:fld>
          </a:p>
        </p:txBody>
      </p:sp>
      <p:sp>
        <p:nvSpPr>
          <p:cNvPr id="5" name="PlaceHolder 4"/>
          <p:cNvSpPr>
            <a:spLocks noGrp="1"/>
          </p:cNvSpPr>
          <p:nvPr>
            <p:ph type="dt" idx="3"/>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226080"/>
            <a:ext cx="9069840" cy="438012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943AE59B-1E89-48B3-ABA0-BFE4951DC730}" type="slidenum">
              <a:t>&lt;#&gt;</a:t>
            </a:fld>
          </a:p>
        </p:txBody>
      </p:sp>
      <p:sp>
        <p:nvSpPr>
          <p:cNvPr id="5" name="PlaceHolder 4"/>
          <p:cNvSpPr>
            <a:spLocks noGrp="1"/>
          </p:cNvSpPr>
          <p:nvPr>
            <p:ph type="dt" idx="3"/>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5"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6"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17"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7EB6FBD-8BEF-4F78-8091-003535C3E146}"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9"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20"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1" name="PlaceHolder 4"/>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335452A5-8010-4EC8-9C2C-BEA5841981CB}"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3"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4"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5" name="PlaceHolder 4"/>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99825AC9-8726-4D9E-89F2-16553ED9A05A}"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7" name="PlaceHolder 2"/>
          <p:cNvSpPr>
            <a:spLocks noGrp="1"/>
          </p:cNvSpPr>
          <p:nvPr>
            <p:ph/>
          </p:nvPr>
        </p:nvSpPr>
        <p:spPr>
          <a:xfrm>
            <a:off x="504000" y="132660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28" name="PlaceHolder 3"/>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0A3FAB7D-0181-422B-B230-4B89139158AE}" type="slidenum">
              <a:t>&lt;#&gt;</a:t>
            </a:fld>
          </a:p>
        </p:txBody>
      </p:sp>
      <p:sp>
        <p:nvSpPr>
          <p:cNvPr id="7" name="PlaceHolder 6"/>
          <p:cNvSpPr>
            <a:spLocks noGrp="1"/>
          </p:cNvSpPr>
          <p:nvPr>
            <p:ph type="dt" idx="3"/>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0"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1"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2"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3" name="PlaceHolder 5"/>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7E64AC96-F6D2-481D-9844-CCFF388E7B22}" type="slidenum">
              <a:t>&lt;#&gt;</a:t>
            </a:fld>
          </a:p>
        </p:txBody>
      </p:sp>
      <p:sp>
        <p:nvSpPr>
          <p:cNvPr id="9" name="PlaceHolder 8"/>
          <p:cNvSpPr>
            <a:spLocks noGrp="1"/>
          </p:cNvSpPr>
          <p:nvPr>
            <p:ph type="dt" idx="3"/>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5" name="PlaceHolder 2"/>
          <p:cNvSpPr>
            <a:spLocks noGrp="1"/>
          </p:cNvSpPr>
          <p:nvPr>
            <p:ph/>
          </p:nvPr>
        </p:nvSpPr>
        <p:spPr>
          <a:xfrm>
            <a:off x="50400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6" name="PlaceHolder 3"/>
          <p:cNvSpPr>
            <a:spLocks noGrp="1"/>
          </p:cNvSpPr>
          <p:nvPr>
            <p:ph/>
          </p:nvPr>
        </p:nvSpPr>
        <p:spPr>
          <a:xfrm>
            <a:off x="86004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7" name="PlaceHolder 4"/>
          <p:cNvSpPr>
            <a:spLocks noGrp="1"/>
          </p:cNvSpPr>
          <p:nvPr>
            <p:ph/>
          </p:nvPr>
        </p:nvSpPr>
        <p:spPr>
          <a:xfrm>
            <a:off x="121608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8" name="PlaceHolder 5"/>
          <p:cNvSpPr>
            <a:spLocks noGrp="1"/>
          </p:cNvSpPr>
          <p:nvPr>
            <p:ph/>
          </p:nvPr>
        </p:nvSpPr>
        <p:spPr>
          <a:xfrm>
            <a:off x="50400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9" name="PlaceHolder 6"/>
          <p:cNvSpPr>
            <a:spLocks noGrp="1"/>
          </p:cNvSpPr>
          <p:nvPr>
            <p:ph/>
          </p:nvPr>
        </p:nvSpPr>
        <p:spPr>
          <a:xfrm>
            <a:off x="86004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40" name="PlaceHolder 7"/>
          <p:cNvSpPr>
            <a:spLocks noGrp="1"/>
          </p:cNvSpPr>
          <p:nvPr>
            <p:ph/>
          </p:nvPr>
        </p:nvSpPr>
        <p:spPr>
          <a:xfrm>
            <a:off x="121608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E9A5DB40-264E-4F11-ABAA-A15A92DA98FD}" type="slidenum">
              <a:t>&lt;#&gt;</a:t>
            </a:fld>
          </a:p>
        </p:txBody>
      </p:sp>
      <p:sp>
        <p:nvSpPr>
          <p:cNvPr id="11" name="PlaceHolder 10"/>
          <p:cNvSpPr>
            <a:spLocks noGrp="1"/>
          </p:cNvSpPr>
          <p:nvPr>
            <p:ph type="dt" idx="3"/>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B5036E56-43F1-446B-9D7E-CA3D5EAA2086}" type="slidenum">
              <a:t>&lt;#&gt;</a:t>
            </a:fld>
          </a:p>
        </p:txBody>
      </p:sp>
      <p:sp>
        <p:nvSpPr>
          <p:cNvPr id="4" name="PlaceHolder 3"/>
          <p:cNvSpPr>
            <a:spLocks noGrp="1"/>
          </p:cNvSpPr>
          <p:nvPr>
            <p:ph type="dt" idx="6"/>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47" name="PlaceHolder 2"/>
          <p:cNvSpPr>
            <a:spLocks noGrp="1"/>
          </p:cNvSpPr>
          <p:nvPr>
            <p:ph type="subTitle"/>
          </p:nvPr>
        </p:nvSpPr>
        <p:spPr>
          <a:xfrm>
            <a:off x="504000" y="1326600"/>
            <a:ext cx="1053360" cy="328644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1606F3A7-7156-4F50-AA29-3B88A61E1DCF}" type="slidenum">
              <a:t>&lt;#&gt;</a:t>
            </a:fld>
          </a:p>
        </p:txBody>
      </p:sp>
      <p:sp>
        <p:nvSpPr>
          <p:cNvPr id="6" name="PlaceHolder 5"/>
          <p:cNvSpPr>
            <a:spLocks noGrp="1"/>
          </p:cNvSpPr>
          <p:nvPr>
            <p:ph type="dt" idx="6"/>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49" name="PlaceHolder 2"/>
          <p:cNvSpPr>
            <a:spLocks noGrp="1"/>
          </p:cNvSpPr>
          <p:nvPr>
            <p:ph/>
          </p:nvPr>
        </p:nvSpPr>
        <p:spPr>
          <a:xfrm>
            <a:off x="504000" y="1326600"/>
            <a:ext cx="1053360" cy="32864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0B1CD025-342D-48C1-BAF1-33D259CB71E9}" type="slidenum">
              <a:t>&lt;#&gt;</a:t>
            </a:fld>
          </a:p>
        </p:txBody>
      </p:sp>
      <p:sp>
        <p:nvSpPr>
          <p:cNvPr id="6" name="PlaceHolder 5"/>
          <p:cNvSpPr>
            <a:spLocks noGrp="1"/>
          </p:cNvSpPr>
          <p:nvPr>
            <p:ph type="dt" idx="6"/>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51"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52"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C207623F-DB76-4BD6-BFDF-784252268E16}" type="slidenum">
              <a:t>&lt;#&gt;</a:t>
            </a:fld>
          </a:p>
        </p:txBody>
      </p:sp>
      <p:sp>
        <p:nvSpPr>
          <p:cNvPr id="7" name="PlaceHolder 6"/>
          <p:cNvSpPr>
            <a:spLocks noGrp="1"/>
          </p:cNvSpPr>
          <p:nvPr>
            <p:ph type="dt" idx="6"/>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AB932BE1-78D5-4E1E-B771-4BC656FA936F}" type="slidenum">
              <a:t>&lt;#&gt;</a:t>
            </a:fld>
          </a:p>
        </p:txBody>
      </p:sp>
      <p:sp>
        <p:nvSpPr>
          <p:cNvPr id="5" name="PlaceHolder 4"/>
          <p:cNvSpPr>
            <a:spLocks noGrp="1"/>
          </p:cNvSpPr>
          <p:nvPr>
            <p:ph type="dt" idx="6"/>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504000" y="226080"/>
            <a:ext cx="9069840" cy="438012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C4173D26-CD0D-4CF8-AE0F-9965DFC2373D}" type="slidenum">
              <a:t>&lt;#&gt;</a:t>
            </a:fld>
          </a:p>
        </p:txBody>
      </p:sp>
      <p:sp>
        <p:nvSpPr>
          <p:cNvPr id="5" name="PlaceHolder 4"/>
          <p:cNvSpPr>
            <a:spLocks noGrp="1"/>
          </p:cNvSpPr>
          <p:nvPr>
            <p:ph type="dt" idx="6"/>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56"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57"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58"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74EDF293-C97C-4022-86CF-564A77526D0B}"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60"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61"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2" name="PlaceHolder 4"/>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46AE70BF-901F-4F34-9C4D-9DA934538138}"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64"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5"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6" name="PlaceHolder 4"/>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1EC66D32-17D9-441C-914C-40F08E592BFB}"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68" name="PlaceHolder 2"/>
          <p:cNvSpPr>
            <a:spLocks noGrp="1"/>
          </p:cNvSpPr>
          <p:nvPr>
            <p:ph/>
          </p:nvPr>
        </p:nvSpPr>
        <p:spPr>
          <a:xfrm>
            <a:off x="504000" y="132660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69" name="PlaceHolder 3"/>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5791F439-ECD1-43A9-924B-02373864AA68}" type="slidenum">
              <a:t>&lt;#&gt;</a:t>
            </a:fld>
          </a:p>
        </p:txBody>
      </p:sp>
      <p:sp>
        <p:nvSpPr>
          <p:cNvPr id="7" name="PlaceHolder 6"/>
          <p:cNvSpPr>
            <a:spLocks noGrp="1"/>
          </p:cNvSpPr>
          <p:nvPr>
            <p:ph type="dt" idx="6"/>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71"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72"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73"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74" name="PlaceHolder 5"/>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47A07786-A4A4-4562-B899-334383E7CF60}" type="slidenum">
              <a:t>&lt;#&gt;</a:t>
            </a:fld>
          </a:p>
        </p:txBody>
      </p:sp>
      <p:sp>
        <p:nvSpPr>
          <p:cNvPr id="9" name="PlaceHolder 8"/>
          <p:cNvSpPr>
            <a:spLocks noGrp="1"/>
          </p:cNvSpPr>
          <p:nvPr>
            <p:ph type="dt" idx="6"/>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76" name="PlaceHolder 2"/>
          <p:cNvSpPr>
            <a:spLocks noGrp="1"/>
          </p:cNvSpPr>
          <p:nvPr>
            <p:ph/>
          </p:nvPr>
        </p:nvSpPr>
        <p:spPr>
          <a:xfrm>
            <a:off x="50400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77" name="PlaceHolder 3"/>
          <p:cNvSpPr>
            <a:spLocks noGrp="1"/>
          </p:cNvSpPr>
          <p:nvPr>
            <p:ph/>
          </p:nvPr>
        </p:nvSpPr>
        <p:spPr>
          <a:xfrm>
            <a:off x="86004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78" name="PlaceHolder 4"/>
          <p:cNvSpPr>
            <a:spLocks noGrp="1"/>
          </p:cNvSpPr>
          <p:nvPr>
            <p:ph/>
          </p:nvPr>
        </p:nvSpPr>
        <p:spPr>
          <a:xfrm>
            <a:off x="121608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79" name="PlaceHolder 5"/>
          <p:cNvSpPr>
            <a:spLocks noGrp="1"/>
          </p:cNvSpPr>
          <p:nvPr>
            <p:ph/>
          </p:nvPr>
        </p:nvSpPr>
        <p:spPr>
          <a:xfrm>
            <a:off x="50400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80" name="PlaceHolder 6"/>
          <p:cNvSpPr>
            <a:spLocks noGrp="1"/>
          </p:cNvSpPr>
          <p:nvPr>
            <p:ph/>
          </p:nvPr>
        </p:nvSpPr>
        <p:spPr>
          <a:xfrm>
            <a:off x="86004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81" name="PlaceHolder 7"/>
          <p:cNvSpPr>
            <a:spLocks noGrp="1"/>
          </p:cNvSpPr>
          <p:nvPr>
            <p:ph/>
          </p:nvPr>
        </p:nvSpPr>
        <p:spPr>
          <a:xfrm>
            <a:off x="121608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A806F6BA-4D5E-465E-98B5-0ED3C820D0A4}" type="slidenum">
              <a:t>&lt;#&gt;</a:t>
            </a:fld>
          </a:p>
        </p:txBody>
      </p:sp>
      <p:sp>
        <p:nvSpPr>
          <p:cNvPr id="11" name="PlaceHolder 10"/>
          <p:cNvSpPr>
            <a:spLocks noGrp="1"/>
          </p:cNvSpPr>
          <p:nvPr>
            <p:ph type="dt" idx="6"/>
          </p:nvPr>
        </p:nvSpPr>
        <p:spPr/>
        <p:txBody>
          <a:bodyPr/>
          <a:p>
            <a:r>
              <a:rPr lang="en-IN"/>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63463B04-BCA4-459F-AC4B-37936D6CCEA2}" type="slidenum">
              <a:t>&lt;#&gt;</a:t>
            </a:fld>
          </a:p>
        </p:txBody>
      </p:sp>
      <p:sp>
        <p:nvSpPr>
          <p:cNvPr id="4" name="PlaceHolder 3"/>
          <p:cNvSpPr>
            <a:spLocks noGrp="1"/>
          </p:cNvSpPr>
          <p:nvPr>
            <p:ph type="dt" idx="9"/>
          </p:nvPr>
        </p:nvSpPr>
        <p:spPr/>
        <p:txBody>
          <a:bodyPr/>
          <a:p>
            <a:r>
              <a:rPr lang="en-IN"/>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88" name="PlaceHolder 2"/>
          <p:cNvSpPr>
            <a:spLocks noGrp="1"/>
          </p:cNvSpPr>
          <p:nvPr>
            <p:ph type="subTitle"/>
          </p:nvPr>
        </p:nvSpPr>
        <p:spPr>
          <a:xfrm>
            <a:off x="504000" y="1326600"/>
            <a:ext cx="1053360" cy="328644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6B5E8548-118E-4B67-918C-822BEB6AF52E}" type="slidenum">
              <a:t>&lt;#&gt;</a:t>
            </a:fld>
          </a:p>
        </p:txBody>
      </p:sp>
      <p:sp>
        <p:nvSpPr>
          <p:cNvPr id="6" name="PlaceHolder 5"/>
          <p:cNvSpPr>
            <a:spLocks noGrp="1"/>
          </p:cNvSpPr>
          <p:nvPr>
            <p:ph type="dt" idx="9"/>
          </p:nvPr>
        </p:nvSpPr>
        <p:spPr/>
        <p:txBody>
          <a:bodyPr/>
          <a:p>
            <a:r>
              <a:rPr lang="en-IN"/>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90" name="PlaceHolder 2"/>
          <p:cNvSpPr>
            <a:spLocks noGrp="1"/>
          </p:cNvSpPr>
          <p:nvPr>
            <p:ph/>
          </p:nvPr>
        </p:nvSpPr>
        <p:spPr>
          <a:xfrm>
            <a:off x="504000" y="1326600"/>
            <a:ext cx="1053360" cy="32864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C452D345-A076-484B-AE07-5B3936DBD63B}" type="slidenum">
              <a:t>&lt;#&gt;</a:t>
            </a:fld>
          </a:p>
        </p:txBody>
      </p:sp>
      <p:sp>
        <p:nvSpPr>
          <p:cNvPr id="6" name="PlaceHolder 5"/>
          <p:cNvSpPr>
            <a:spLocks noGrp="1"/>
          </p:cNvSpPr>
          <p:nvPr>
            <p:ph type="dt" idx="9"/>
          </p:nvPr>
        </p:nvSpPr>
        <p:spPr/>
        <p:txBody>
          <a:bodyPr/>
          <a:p>
            <a:r>
              <a:rPr lang="en-IN"/>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92"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93"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587F0689-E67E-481E-A74F-559AEE4B41EB}" type="slidenum">
              <a:t>&lt;#&gt;</a:t>
            </a:fld>
          </a:p>
        </p:txBody>
      </p:sp>
      <p:sp>
        <p:nvSpPr>
          <p:cNvPr id="7" name="PlaceHolder 6"/>
          <p:cNvSpPr>
            <a:spLocks noGrp="1"/>
          </p:cNvSpPr>
          <p:nvPr>
            <p:ph type="dt" idx="9"/>
          </p:nvPr>
        </p:nvSpPr>
        <p:spPr/>
        <p:txBody>
          <a:bodyPr/>
          <a:p>
            <a:r>
              <a:rPr lang="en-IN"/>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DF45C8AC-5BBB-41CC-B126-33F376A80196}" type="slidenum">
              <a:t>&lt;#&gt;</a:t>
            </a:fld>
          </a:p>
        </p:txBody>
      </p:sp>
      <p:sp>
        <p:nvSpPr>
          <p:cNvPr id="5" name="PlaceHolder 4"/>
          <p:cNvSpPr>
            <a:spLocks noGrp="1"/>
          </p:cNvSpPr>
          <p:nvPr>
            <p:ph type="dt" idx="9"/>
          </p:nvPr>
        </p:nvSpPr>
        <p:spPr/>
        <p:txBody>
          <a:bodyPr/>
          <a:p>
            <a:r>
              <a:rPr lang="en-IN"/>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504000" y="226080"/>
            <a:ext cx="9069840" cy="438012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463C5F02-7777-4DAD-9866-AAC6289E9D6D}" type="slidenum">
              <a:t>&lt;#&gt;</a:t>
            </a:fld>
          </a:p>
        </p:txBody>
      </p:sp>
      <p:sp>
        <p:nvSpPr>
          <p:cNvPr id="5" name="PlaceHolder 4"/>
          <p:cNvSpPr>
            <a:spLocks noGrp="1"/>
          </p:cNvSpPr>
          <p:nvPr>
            <p:ph type="dt" idx="9"/>
          </p:nvPr>
        </p:nvSpPr>
        <p:spPr/>
        <p:txBody>
          <a:bodyPr/>
          <a:p>
            <a:r>
              <a:rPr lang="en-IN"/>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97"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98"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99"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C1FAE12D-DEC8-411C-9E62-CFBC6D7C5AC3}" type="slidenum">
              <a:t>&lt;#&gt;</a:t>
            </a:fld>
          </a:p>
        </p:txBody>
      </p:sp>
      <p:sp>
        <p:nvSpPr>
          <p:cNvPr id="8" name="PlaceHolder 7"/>
          <p:cNvSpPr>
            <a:spLocks noGrp="1"/>
          </p:cNvSpPr>
          <p:nvPr>
            <p:ph type="dt" idx="9"/>
          </p:nvPr>
        </p:nvSpPr>
        <p:spPr/>
        <p:txBody>
          <a:bodyPr/>
          <a:p>
            <a:r>
              <a:rPr lang="en-IN"/>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01"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102"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03" name="PlaceHolder 4"/>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F3370ABE-E692-4093-81AC-A7980DFBA97C}" type="slidenum">
              <a:t>&lt;#&gt;</a:t>
            </a:fld>
          </a:p>
        </p:txBody>
      </p:sp>
      <p:sp>
        <p:nvSpPr>
          <p:cNvPr id="8" name="PlaceHolder 7"/>
          <p:cNvSpPr>
            <a:spLocks noGrp="1"/>
          </p:cNvSpPr>
          <p:nvPr>
            <p:ph type="dt" idx="9"/>
          </p:nvPr>
        </p:nvSpPr>
        <p:spPr/>
        <p:txBody>
          <a:bodyPr/>
          <a:p>
            <a:r>
              <a:rPr lang="en-IN"/>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05"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06"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07" name="PlaceHolder 4"/>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9FFA3197-98F1-46F4-B9FC-77B8A31B6FAF}" type="slidenum">
              <a:t>&lt;#&gt;</a:t>
            </a:fld>
          </a:p>
        </p:txBody>
      </p:sp>
      <p:sp>
        <p:nvSpPr>
          <p:cNvPr id="8" name="PlaceHolder 7"/>
          <p:cNvSpPr>
            <a:spLocks noGrp="1"/>
          </p:cNvSpPr>
          <p:nvPr>
            <p:ph type="dt" idx="9"/>
          </p:nvPr>
        </p:nvSpPr>
        <p:spPr/>
        <p:txBody>
          <a:bodyPr/>
          <a:p>
            <a:r>
              <a:rPr lang="en-IN"/>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09" name="PlaceHolder 2"/>
          <p:cNvSpPr>
            <a:spLocks noGrp="1"/>
          </p:cNvSpPr>
          <p:nvPr>
            <p:ph/>
          </p:nvPr>
        </p:nvSpPr>
        <p:spPr>
          <a:xfrm>
            <a:off x="504000" y="132660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110" name="PlaceHolder 3"/>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B1E6EF7F-B39F-4D67-8C72-3EAC6A3430BC}" type="slidenum">
              <a:t>&lt;#&gt;</a:t>
            </a:fld>
          </a:p>
        </p:txBody>
      </p:sp>
      <p:sp>
        <p:nvSpPr>
          <p:cNvPr id="7" name="PlaceHolder 6"/>
          <p:cNvSpPr>
            <a:spLocks noGrp="1"/>
          </p:cNvSpPr>
          <p:nvPr>
            <p:ph type="dt" idx="9"/>
          </p:nvPr>
        </p:nvSpPr>
        <p:spPr/>
        <p:txBody>
          <a:bodyPr/>
          <a:p>
            <a:r>
              <a:rPr lang="en-IN"/>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12"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13"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14"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15" name="PlaceHolder 5"/>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2CD14458-506F-428D-9740-8CD935ECAD3D}" type="slidenum">
              <a:t>&lt;#&gt;</a:t>
            </a:fld>
          </a:p>
        </p:txBody>
      </p:sp>
      <p:sp>
        <p:nvSpPr>
          <p:cNvPr id="9" name="PlaceHolder 8"/>
          <p:cNvSpPr>
            <a:spLocks noGrp="1"/>
          </p:cNvSpPr>
          <p:nvPr>
            <p:ph type="dt" idx="9"/>
          </p:nvPr>
        </p:nvSpPr>
        <p:spPr/>
        <p:txBody>
          <a:bodyPr/>
          <a:p>
            <a:r>
              <a:rPr lang="en-IN"/>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17" name="PlaceHolder 2"/>
          <p:cNvSpPr>
            <a:spLocks noGrp="1"/>
          </p:cNvSpPr>
          <p:nvPr>
            <p:ph/>
          </p:nvPr>
        </p:nvSpPr>
        <p:spPr>
          <a:xfrm>
            <a:off x="50400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118" name="PlaceHolder 3"/>
          <p:cNvSpPr>
            <a:spLocks noGrp="1"/>
          </p:cNvSpPr>
          <p:nvPr>
            <p:ph/>
          </p:nvPr>
        </p:nvSpPr>
        <p:spPr>
          <a:xfrm>
            <a:off x="86004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119" name="PlaceHolder 4"/>
          <p:cNvSpPr>
            <a:spLocks noGrp="1"/>
          </p:cNvSpPr>
          <p:nvPr>
            <p:ph/>
          </p:nvPr>
        </p:nvSpPr>
        <p:spPr>
          <a:xfrm>
            <a:off x="121608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120" name="PlaceHolder 5"/>
          <p:cNvSpPr>
            <a:spLocks noGrp="1"/>
          </p:cNvSpPr>
          <p:nvPr>
            <p:ph/>
          </p:nvPr>
        </p:nvSpPr>
        <p:spPr>
          <a:xfrm>
            <a:off x="50400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121" name="PlaceHolder 6"/>
          <p:cNvSpPr>
            <a:spLocks noGrp="1"/>
          </p:cNvSpPr>
          <p:nvPr>
            <p:ph/>
          </p:nvPr>
        </p:nvSpPr>
        <p:spPr>
          <a:xfrm>
            <a:off x="86004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122" name="PlaceHolder 7"/>
          <p:cNvSpPr>
            <a:spLocks noGrp="1"/>
          </p:cNvSpPr>
          <p:nvPr>
            <p:ph/>
          </p:nvPr>
        </p:nvSpPr>
        <p:spPr>
          <a:xfrm>
            <a:off x="121608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A611518F-23E3-41B7-8B25-35DB3FAF4381}" type="slidenum">
              <a:t>&lt;#&gt;</a:t>
            </a:fld>
          </a:p>
        </p:txBody>
      </p:sp>
      <p:sp>
        <p:nvSpPr>
          <p:cNvPr id="11" name="PlaceHolder 10"/>
          <p:cNvSpPr>
            <a:spLocks noGrp="1"/>
          </p:cNvSpPr>
          <p:nvPr>
            <p:ph type="dt" idx="9"/>
          </p:nvPr>
        </p:nvSpPr>
        <p:spPr/>
        <p:txBody>
          <a:bodyPr/>
          <a:p>
            <a:r>
              <a:rPr lang="en-IN"/>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103F6A71-7186-4CCF-A2B8-7299A13A5418}" type="slidenum">
              <a:t>&lt;#&gt;</a:t>
            </a:fld>
          </a:p>
        </p:txBody>
      </p:sp>
      <p:sp>
        <p:nvSpPr>
          <p:cNvPr id="4" name="PlaceHolder 3"/>
          <p:cNvSpPr>
            <a:spLocks noGrp="1"/>
          </p:cNvSpPr>
          <p:nvPr>
            <p:ph type="dt" idx="12"/>
          </p:nvPr>
        </p:nvSpPr>
        <p:spPr/>
        <p:txBody>
          <a:bodyPr/>
          <a:p>
            <a:r>
              <a:rPr lang="en-IN"/>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8"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29" name="PlaceHolder 2"/>
          <p:cNvSpPr>
            <a:spLocks noGrp="1"/>
          </p:cNvSpPr>
          <p:nvPr>
            <p:ph type="subTitle"/>
          </p:nvPr>
        </p:nvSpPr>
        <p:spPr>
          <a:xfrm>
            <a:off x="504000" y="1326600"/>
            <a:ext cx="1053360" cy="328644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6D4A9686-5363-44F0-8DE5-69A6F43168F6}" type="slidenum">
              <a:t>&lt;#&gt;</a:t>
            </a:fld>
          </a:p>
        </p:txBody>
      </p:sp>
      <p:sp>
        <p:nvSpPr>
          <p:cNvPr id="6" name="PlaceHolder 5"/>
          <p:cNvSpPr>
            <a:spLocks noGrp="1"/>
          </p:cNvSpPr>
          <p:nvPr>
            <p:ph type="dt" idx="12"/>
          </p:nvPr>
        </p:nvSpPr>
        <p:spPr/>
        <p:txBody>
          <a:bodyPr/>
          <a:p>
            <a:r>
              <a:rPr lang="en-IN"/>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31" name="PlaceHolder 2"/>
          <p:cNvSpPr>
            <a:spLocks noGrp="1"/>
          </p:cNvSpPr>
          <p:nvPr>
            <p:ph/>
          </p:nvPr>
        </p:nvSpPr>
        <p:spPr>
          <a:xfrm>
            <a:off x="504000" y="1326600"/>
            <a:ext cx="1053360" cy="32864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2EEC3E20-A3C3-4521-9A27-BB7956A86ABC}" type="slidenum">
              <a:t>&lt;#&gt;</a:t>
            </a:fld>
          </a:p>
        </p:txBody>
      </p:sp>
      <p:sp>
        <p:nvSpPr>
          <p:cNvPr id="6" name="PlaceHolder 5"/>
          <p:cNvSpPr>
            <a:spLocks noGrp="1"/>
          </p:cNvSpPr>
          <p:nvPr>
            <p:ph type="dt" idx="12"/>
          </p:nvPr>
        </p:nvSpPr>
        <p:spPr/>
        <p:txBody>
          <a:bodyPr/>
          <a:p>
            <a:r>
              <a:rPr lang="en-IN"/>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33"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134"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701AD596-0D90-41F1-98CA-B5EB68515B21}" type="slidenum">
              <a:t>&lt;#&gt;</a:t>
            </a:fld>
          </a:p>
        </p:txBody>
      </p:sp>
      <p:sp>
        <p:nvSpPr>
          <p:cNvPr id="7" name="PlaceHolder 6"/>
          <p:cNvSpPr>
            <a:spLocks noGrp="1"/>
          </p:cNvSpPr>
          <p:nvPr>
            <p:ph type="dt" idx="12"/>
          </p:nvPr>
        </p:nvSpPr>
        <p:spPr/>
        <p:txBody>
          <a:bodyPr/>
          <a:p>
            <a:r>
              <a:rPr lang="en-IN"/>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037C8C83-5258-4E2C-9519-98D4A3D46C34}" type="slidenum">
              <a:t>&lt;#&gt;</a:t>
            </a:fld>
          </a:p>
        </p:txBody>
      </p:sp>
      <p:sp>
        <p:nvSpPr>
          <p:cNvPr id="5" name="PlaceHolder 4"/>
          <p:cNvSpPr>
            <a:spLocks noGrp="1"/>
          </p:cNvSpPr>
          <p:nvPr>
            <p:ph type="dt" idx="12"/>
          </p:nvPr>
        </p:nvSpPr>
        <p:spPr/>
        <p:txBody>
          <a:bodyPr/>
          <a:p>
            <a:r>
              <a:rPr lang="en-IN"/>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6" name="PlaceHolder 1"/>
          <p:cNvSpPr>
            <a:spLocks noGrp="1"/>
          </p:cNvSpPr>
          <p:nvPr>
            <p:ph type="subTitle"/>
          </p:nvPr>
        </p:nvSpPr>
        <p:spPr>
          <a:xfrm>
            <a:off x="504000" y="226080"/>
            <a:ext cx="9069840" cy="438012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02805796-66E1-428C-B391-05F8CD15F323}" type="slidenum">
              <a:t>&lt;#&gt;</a:t>
            </a:fld>
          </a:p>
        </p:txBody>
      </p:sp>
      <p:sp>
        <p:nvSpPr>
          <p:cNvPr id="5" name="PlaceHolder 4"/>
          <p:cNvSpPr>
            <a:spLocks noGrp="1"/>
          </p:cNvSpPr>
          <p:nvPr>
            <p:ph type="dt" idx="12"/>
          </p:nvPr>
        </p:nvSpPr>
        <p:spPr/>
        <p:txBody>
          <a:bodyPr/>
          <a:p>
            <a:r>
              <a:rPr lang="en-IN"/>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38"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39"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140"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B4AA48AC-985E-45EE-94DB-C6C86E902930}" type="slidenum">
              <a:t>&lt;#&gt;</a:t>
            </a:fld>
          </a:p>
        </p:txBody>
      </p:sp>
      <p:sp>
        <p:nvSpPr>
          <p:cNvPr id="8" name="PlaceHolder 7"/>
          <p:cNvSpPr>
            <a:spLocks noGrp="1"/>
          </p:cNvSpPr>
          <p:nvPr>
            <p:ph type="dt" idx="12"/>
          </p:nvPr>
        </p:nvSpPr>
        <p:spPr/>
        <p:txBody>
          <a:bodyPr/>
          <a:p>
            <a:r>
              <a:rPr lang="en-IN"/>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42"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143"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44" name="PlaceHolder 4"/>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469DAA34-F13A-42D6-BC36-5F00031A4DFC}" type="slidenum">
              <a:t>&lt;#&gt;</a:t>
            </a:fld>
          </a:p>
        </p:txBody>
      </p:sp>
      <p:sp>
        <p:nvSpPr>
          <p:cNvPr id="8" name="PlaceHolder 7"/>
          <p:cNvSpPr>
            <a:spLocks noGrp="1"/>
          </p:cNvSpPr>
          <p:nvPr>
            <p:ph type="dt" idx="12"/>
          </p:nvPr>
        </p:nvSpPr>
        <p:spPr/>
        <p:txBody>
          <a:bodyPr/>
          <a:p>
            <a:r>
              <a:rPr lang="en-IN"/>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46"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47"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48" name="PlaceHolder 4"/>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3FFCEF2F-6E01-4247-BD21-2EB08913A76F}" type="slidenum">
              <a:t>&lt;#&gt;</a:t>
            </a:fld>
          </a:p>
        </p:txBody>
      </p:sp>
      <p:sp>
        <p:nvSpPr>
          <p:cNvPr id="8" name="PlaceHolder 7"/>
          <p:cNvSpPr>
            <a:spLocks noGrp="1"/>
          </p:cNvSpPr>
          <p:nvPr>
            <p:ph type="dt" idx="12"/>
          </p:nvPr>
        </p:nvSpPr>
        <p:spPr/>
        <p:txBody>
          <a:bodyPr/>
          <a:p>
            <a:r>
              <a:rPr lang="en-IN"/>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50" name="PlaceHolder 2"/>
          <p:cNvSpPr>
            <a:spLocks noGrp="1"/>
          </p:cNvSpPr>
          <p:nvPr>
            <p:ph/>
          </p:nvPr>
        </p:nvSpPr>
        <p:spPr>
          <a:xfrm>
            <a:off x="504000" y="132660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151" name="PlaceHolder 3"/>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6FC1BCE1-D2F5-4E72-B6B9-53BE1125014C}" type="slidenum">
              <a:t>&lt;#&gt;</a:t>
            </a:fld>
          </a:p>
        </p:txBody>
      </p:sp>
      <p:sp>
        <p:nvSpPr>
          <p:cNvPr id="7" name="PlaceHolder 6"/>
          <p:cNvSpPr>
            <a:spLocks noGrp="1"/>
          </p:cNvSpPr>
          <p:nvPr>
            <p:ph type="dt" idx="12"/>
          </p:nvPr>
        </p:nvSpPr>
        <p:spPr/>
        <p:txBody>
          <a:bodyPr/>
          <a:p>
            <a:r>
              <a:rPr lang="en-IN"/>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53"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54"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55"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56" name="PlaceHolder 5"/>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80EA4026-C86F-4940-AB81-607059F1E223}" type="slidenum">
              <a:t>&lt;#&gt;</a:t>
            </a:fld>
          </a:p>
        </p:txBody>
      </p:sp>
      <p:sp>
        <p:nvSpPr>
          <p:cNvPr id="9" name="PlaceHolder 8"/>
          <p:cNvSpPr>
            <a:spLocks noGrp="1"/>
          </p:cNvSpPr>
          <p:nvPr>
            <p:ph type="dt" idx="12"/>
          </p:nvPr>
        </p:nvSpPr>
        <p:spPr/>
        <p:txBody>
          <a:bodyPr/>
          <a:p>
            <a:r>
              <a:rPr lang="en-IN"/>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58" name="PlaceHolder 2"/>
          <p:cNvSpPr>
            <a:spLocks noGrp="1"/>
          </p:cNvSpPr>
          <p:nvPr>
            <p:ph/>
          </p:nvPr>
        </p:nvSpPr>
        <p:spPr>
          <a:xfrm>
            <a:off x="50400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159" name="PlaceHolder 3"/>
          <p:cNvSpPr>
            <a:spLocks noGrp="1"/>
          </p:cNvSpPr>
          <p:nvPr>
            <p:ph/>
          </p:nvPr>
        </p:nvSpPr>
        <p:spPr>
          <a:xfrm>
            <a:off x="86004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160" name="PlaceHolder 4"/>
          <p:cNvSpPr>
            <a:spLocks noGrp="1"/>
          </p:cNvSpPr>
          <p:nvPr>
            <p:ph/>
          </p:nvPr>
        </p:nvSpPr>
        <p:spPr>
          <a:xfrm>
            <a:off x="121608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161" name="PlaceHolder 5"/>
          <p:cNvSpPr>
            <a:spLocks noGrp="1"/>
          </p:cNvSpPr>
          <p:nvPr>
            <p:ph/>
          </p:nvPr>
        </p:nvSpPr>
        <p:spPr>
          <a:xfrm>
            <a:off x="50400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162" name="PlaceHolder 6"/>
          <p:cNvSpPr>
            <a:spLocks noGrp="1"/>
          </p:cNvSpPr>
          <p:nvPr>
            <p:ph/>
          </p:nvPr>
        </p:nvSpPr>
        <p:spPr>
          <a:xfrm>
            <a:off x="86004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163" name="PlaceHolder 7"/>
          <p:cNvSpPr>
            <a:spLocks noGrp="1"/>
          </p:cNvSpPr>
          <p:nvPr>
            <p:ph/>
          </p:nvPr>
        </p:nvSpPr>
        <p:spPr>
          <a:xfrm>
            <a:off x="121608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9" name="PlaceHolder 8"/>
          <p:cNvSpPr>
            <a:spLocks noGrp="1"/>
          </p:cNvSpPr>
          <p:nvPr>
            <p:ph type="ftr" idx="10"/>
          </p:nvPr>
        </p:nvSpPr>
        <p:spPr/>
        <p:txBody>
          <a:bodyPr/>
          <a:p>
            <a:r>
              <a:t>Footer</a:t>
            </a:r>
          </a:p>
        </p:txBody>
      </p:sp>
      <p:sp>
        <p:nvSpPr>
          <p:cNvPr id="10" name="PlaceHolder 9"/>
          <p:cNvSpPr>
            <a:spLocks noGrp="1"/>
          </p:cNvSpPr>
          <p:nvPr>
            <p:ph type="sldNum" idx="11"/>
          </p:nvPr>
        </p:nvSpPr>
        <p:spPr/>
        <p:txBody>
          <a:bodyPr/>
          <a:p>
            <a:fld id="{2D2D1B80-717D-433F-B7DD-76E16F07DEE4}" type="slidenum">
              <a:t>&lt;#&gt;</a:t>
            </a:fld>
          </a:p>
        </p:txBody>
      </p:sp>
      <p:sp>
        <p:nvSpPr>
          <p:cNvPr id="11" name="PlaceHolder 10"/>
          <p:cNvSpPr>
            <a:spLocks noGrp="1"/>
          </p:cNvSpPr>
          <p:nvPr>
            <p:ph type="dt" idx="12"/>
          </p:nvPr>
        </p:nvSpPr>
        <p:spPr/>
        <p:txBody>
          <a:bodyPr/>
          <a:p>
            <a:r>
              <a:rPr lang="en-IN"/>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76CC9CC9-6261-4B01-AB48-EC866965FF89}" type="slidenum">
              <a:t>&lt;#&gt;</a:t>
            </a:fld>
          </a:p>
        </p:txBody>
      </p:sp>
      <p:sp>
        <p:nvSpPr>
          <p:cNvPr id="4" name="PlaceHolder 3"/>
          <p:cNvSpPr>
            <a:spLocks noGrp="1"/>
          </p:cNvSpPr>
          <p:nvPr>
            <p:ph type="dt" idx="15"/>
          </p:nvPr>
        </p:nvSpPr>
        <p:spPr/>
        <p:txBody>
          <a:bodyPr/>
          <a:p>
            <a:r>
              <a:rPr lang="en-IN"/>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70" name="PlaceHolder 2"/>
          <p:cNvSpPr>
            <a:spLocks noGrp="1"/>
          </p:cNvSpPr>
          <p:nvPr>
            <p:ph type="subTitle"/>
          </p:nvPr>
        </p:nvSpPr>
        <p:spPr>
          <a:xfrm>
            <a:off x="504000" y="1326600"/>
            <a:ext cx="1053360" cy="328644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9608A4DB-A026-45C7-869B-F2266B8927AD}" type="slidenum">
              <a:t>&lt;#&gt;</a:t>
            </a:fld>
          </a:p>
        </p:txBody>
      </p:sp>
      <p:sp>
        <p:nvSpPr>
          <p:cNvPr id="6" name="PlaceHolder 5"/>
          <p:cNvSpPr>
            <a:spLocks noGrp="1"/>
          </p:cNvSpPr>
          <p:nvPr>
            <p:ph type="dt" idx="15"/>
          </p:nvPr>
        </p:nvSpPr>
        <p:spPr/>
        <p:txBody>
          <a:bodyPr/>
          <a:p>
            <a:r>
              <a:rPr lang="en-IN"/>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72" name="PlaceHolder 2"/>
          <p:cNvSpPr>
            <a:spLocks noGrp="1"/>
          </p:cNvSpPr>
          <p:nvPr>
            <p:ph/>
          </p:nvPr>
        </p:nvSpPr>
        <p:spPr>
          <a:xfrm>
            <a:off x="504000" y="1326600"/>
            <a:ext cx="1053360" cy="32864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4916277D-B597-4CD0-AB1D-E56A256DAD41}" type="slidenum">
              <a:t>&lt;#&gt;</a:t>
            </a:fld>
          </a:p>
        </p:txBody>
      </p:sp>
      <p:sp>
        <p:nvSpPr>
          <p:cNvPr id="6" name="PlaceHolder 5"/>
          <p:cNvSpPr>
            <a:spLocks noGrp="1"/>
          </p:cNvSpPr>
          <p:nvPr>
            <p:ph type="dt" idx="15"/>
          </p:nvPr>
        </p:nvSpPr>
        <p:spPr/>
        <p:txBody>
          <a:bodyPr/>
          <a:p>
            <a:r>
              <a:rPr lang="en-IN"/>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74"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175"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A154AFE3-5794-49CC-8137-877D07FF0044}" type="slidenum">
              <a:t>&lt;#&gt;</a:t>
            </a:fld>
          </a:p>
        </p:txBody>
      </p:sp>
      <p:sp>
        <p:nvSpPr>
          <p:cNvPr id="7" name="PlaceHolder 6"/>
          <p:cNvSpPr>
            <a:spLocks noGrp="1"/>
          </p:cNvSpPr>
          <p:nvPr>
            <p:ph type="dt" idx="15"/>
          </p:nvPr>
        </p:nvSpPr>
        <p:spPr/>
        <p:txBody>
          <a:bodyPr/>
          <a:p>
            <a:r>
              <a:rPr lang="en-IN"/>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6"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AEBB4707-8DD3-415B-957E-C5280023E176}" type="slidenum">
              <a:t>&lt;#&gt;</a:t>
            </a:fld>
          </a:p>
        </p:txBody>
      </p:sp>
      <p:sp>
        <p:nvSpPr>
          <p:cNvPr id="5" name="PlaceHolder 4"/>
          <p:cNvSpPr>
            <a:spLocks noGrp="1"/>
          </p:cNvSpPr>
          <p:nvPr>
            <p:ph type="dt" idx="15"/>
          </p:nvPr>
        </p:nvSpPr>
        <p:spPr/>
        <p:txBody>
          <a:bodyPr/>
          <a:p>
            <a:r>
              <a:rPr lang="en-IN"/>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7" name="PlaceHolder 1"/>
          <p:cNvSpPr>
            <a:spLocks noGrp="1"/>
          </p:cNvSpPr>
          <p:nvPr>
            <p:ph type="subTitle"/>
          </p:nvPr>
        </p:nvSpPr>
        <p:spPr>
          <a:xfrm>
            <a:off x="504000" y="226080"/>
            <a:ext cx="9069840" cy="438012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2D0F03D8-C1F0-4DFB-B2EE-EBBB279B7127}" type="slidenum">
              <a:t>&lt;#&gt;</a:t>
            </a:fld>
          </a:p>
        </p:txBody>
      </p:sp>
      <p:sp>
        <p:nvSpPr>
          <p:cNvPr id="5" name="PlaceHolder 4"/>
          <p:cNvSpPr>
            <a:spLocks noGrp="1"/>
          </p:cNvSpPr>
          <p:nvPr>
            <p:ph type="dt" idx="15"/>
          </p:nvPr>
        </p:nvSpPr>
        <p:spPr/>
        <p:txBody>
          <a:bodyPr/>
          <a:p>
            <a:r>
              <a:rPr lang="en-IN"/>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79"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80"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181"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E7D19917-F7FD-469C-809A-48FFCC1CCDB3}" type="slidenum">
              <a:t>&lt;#&gt;</a:t>
            </a:fld>
          </a:p>
        </p:txBody>
      </p:sp>
      <p:sp>
        <p:nvSpPr>
          <p:cNvPr id="8" name="PlaceHolder 7"/>
          <p:cNvSpPr>
            <a:spLocks noGrp="1"/>
          </p:cNvSpPr>
          <p:nvPr>
            <p:ph type="dt" idx="15"/>
          </p:nvPr>
        </p:nvSpPr>
        <p:spPr/>
        <p:txBody>
          <a:bodyPr/>
          <a:p>
            <a:r>
              <a:rPr lang="en-IN"/>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83"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184"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85" name="PlaceHolder 4"/>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FC6C8049-5340-471B-98B9-EA96F83280BB}" type="slidenum">
              <a:t>&lt;#&gt;</a:t>
            </a:fld>
          </a:p>
        </p:txBody>
      </p:sp>
      <p:sp>
        <p:nvSpPr>
          <p:cNvPr id="8" name="PlaceHolder 7"/>
          <p:cNvSpPr>
            <a:spLocks noGrp="1"/>
          </p:cNvSpPr>
          <p:nvPr>
            <p:ph type="dt" idx="15"/>
          </p:nvPr>
        </p:nvSpPr>
        <p:spPr/>
        <p:txBody>
          <a:bodyPr/>
          <a:p>
            <a:r>
              <a:rPr lang="en-IN"/>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87"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88"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89" name="PlaceHolder 4"/>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D702CAC5-9168-41FB-8EF9-FAC9EF328161}" type="slidenum">
              <a:t>&lt;#&gt;</a:t>
            </a:fld>
          </a:p>
        </p:txBody>
      </p:sp>
      <p:sp>
        <p:nvSpPr>
          <p:cNvPr id="8" name="PlaceHolder 7"/>
          <p:cNvSpPr>
            <a:spLocks noGrp="1"/>
          </p:cNvSpPr>
          <p:nvPr>
            <p:ph type="dt" idx="15"/>
          </p:nvPr>
        </p:nvSpPr>
        <p:spPr/>
        <p:txBody>
          <a:bodyPr/>
          <a:p>
            <a:r>
              <a:rPr lang="en-IN"/>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91" name="PlaceHolder 2"/>
          <p:cNvSpPr>
            <a:spLocks noGrp="1"/>
          </p:cNvSpPr>
          <p:nvPr>
            <p:ph/>
          </p:nvPr>
        </p:nvSpPr>
        <p:spPr>
          <a:xfrm>
            <a:off x="504000" y="132660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192" name="PlaceHolder 3"/>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BDE2EBB7-57E6-4BB8-8116-088D27855BCF}" type="slidenum">
              <a:t>&lt;#&gt;</a:t>
            </a:fld>
          </a:p>
        </p:txBody>
      </p:sp>
      <p:sp>
        <p:nvSpPr>
          <p:cNvPr id="7" name="PlaceHolder 6"/>
          <p:cNvSpPr>
            <a:spLocks noGrp="1"/>
          </p:cNvSpPr>
          <p:nvPr>
            <p:ph type="dt" idx="15"/>
          </p:nvPr>
        </p:nvSpPr>
        <p:spPr/>
        <p:txBody>
          <a:bodyPr/>
          <a:p>
            <a:r>
              <a:rPr lang="en-IN"/>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94"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95"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96"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197" name="PlaceHolder 5"/>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7" name="PlaceHolder 6"/>
          <p:cNvSpPr>
            <a:spLocks noGrp="1"/>
          </p:cNvSpPr>
          <p:nvPr>
            <p:ph type="ftr" idx="13"/>
          </p:nvPr>
        </p:nvSpPr>
        <p:spPr/>
        <p:txBody>
          <a:bodyPr/>
          <a:p>
            <a:r>
              <a:t>Footer</a:t>
            </a:r>
          </a:p>
        </p:txBody>
      </p:sp>
      <p:sp>
        <p:nvSpPr>
          <p:cNvPr id="8" name="PlaceHolder 7"/>
          <p:cNvSpPr>
            <a:spLocks noGrp="1"/>
          </p:cNvSpPr>
          <p:nvPr>
            <p:ph type="sldNum" idx="14"/>
          </p:nvPr>
        </p:nvSpPr>
        <p:spPr/>
        <p:txBody>
          <a:bodyPr/>
          <a:p>
            <a:fld id="{1F1F2172-5226-48AE-8E4F-CEA7B946A653}" type="slidenum">
              <a:t>&lt;#&gt;</a:t>
            </a:fld>
          </a:p>
        </p:txBody>
      </p:sp>
      <p:sp>
        <p:nvSpPr>
          <p:cNvPr id="9" name="PlaceHolder 8"/>
          <p:cNvSpPr>
            <a:spLocks noGrp="1"/>
          </p:cNvSpPr>
          <p:nvPr>
            <p:ph type="dt" idx="15"/>
          </p:nvPr>
        </p:nvSpPr>
        <p:spPr/>
        <p:txBody>
          <a:bodyPr/>
          <a:p>
            <a:r>
              <a:rPr lang="en-IN"/>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99" name="PlaceHolder 2"/>
          <p:cNvSpPr>
            <a:spLocks noGrp="1"/>
          </p:cNvSpPr>
          <p:nvPr>
            <p:ph/>
          </p:nvPr>
        </p:nvSpPr>
        <p:spPr>
          <a:xfrm>
            <a:off x="50400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00" name="PlaceHolder 3"/>
          <p:cNvSpPr>
            <a:spLocks noGrp="1"/>
          </p:cNvSpPr>
          <p:nvPr>
            <p:ph/>
          </p:nvPr>
        </p:nvSpPr>
        <p:spPr>
          <a:xfrm>
            <a:off x="86004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01" name="PlaceHolder 4"/>
          <p:cNvSpPr>
            <a:spLocks noGrp="1"/>
          </p:cNvSpPr>
          <p:nvPr>
            <p:ph/>
          </p:nvPr>
        </p:nvSpPr>
        <p:spPr>
          <a:xfrm>
            <a:off x="121608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02" name="PlaceHolder 5"/>
          <p:cNvSpPr>
            <a:spLocks noGrp="1"/>
          </p:cNvSpPr>
          <p:nvPr>
            <p:ph/>
          </p:nvPr>
        </p:nvSpPr>
        <p:spPr>
          <a:xfrm>
            <a:off x="50400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03" name="PlaceHolder 6"/>
          <p:cNvSpPr>
            <a:spLocks noGrp="1"/>
          </p:cNvSpPr>
          <p:nvPr>
            <p:ph/>
          </p:nvPr>
        </p:nvSpPr>
        <p:spPr>
          <a:xfrm>
            <a:off x="86004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04" name="PlaceHolder 7"/>
          <p:cNvSpPr>
            <a:spLocks noGrp="1"/>
          </p:cNvSpPr>
          <p:nvPr>
            <p:ph/>
          </p:nvPr>
        </p:nvSpPr>
        <p:spPr>
          <a:xfrm>
            <a:off x="121608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9" name="PlaceHolder 8"/>
          <p:cNvSpPr>
            <a:spLocks noGrp="1"/>
          </p:cNvSpPr>
          <p:nvPr>
            <p:ph type="ftr" idx="13"/>
          </p:nvPr>
        </p:nvSpPr>
        <p:spPr/>
        <p:txBody>
          <a:bodyPr/>
          <a:p>
            <a:r>
              <a:t>Footer</a:t>
            </a:r>
          </a:p>
        </p:txBody>
      </p:sp>
      <p:sp>
        <p:nvSpPr>
          <p:cNvPr id="10" name="PlaceHolder 9"/>
          <p:cNvSpPr>
            <a:spLocks noGrp="1"/>
          </p:cNvSpPr>
          <p:nvPr>
            <p:ph type="sldNum" idx="14"/>
          </p:nvPr>
        </p:nvSpPr>
        <p:spPr/>
        <p:txBody>
          <a:bodyPr/>
          <a:p>
            <a:fld id="{85B465E1-CD7B-4EA5-AA77-EA1CE059C316}" type="slidenum">
              <a:t>&lt;#&gt;</a:t>
            </a:fld>
          </a:p>
        </p:txBody>
      </p:sp>
      <p:sp>
        <p:nvSpPr>
          <p:cNvPr id="11" name="PlaceHolder 10"/>
          <p:cNvSpPr>
            <a:spLocks noGrp="1"/>
          </p:cNvSpPr>
          <p:nvPr>
            <p:ph type="dt" idx="15"/>
          </p:nvPr>
        </p:nvSpPr>
        <p:spPr/>
        <p:txBody>
          <a:bodyPr/>
          <a:p>
            <a:r>
              <a:rPr lang="en-IN"/>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E4E1268B-4B56-401C-B57E-E3492A1BAD91}" type="slidenum">
              <a:t>&lt;#&gt;</a:t>
            </a:fld>
          </a:p>
        </p:txBody>
      </p:sp>
      <p:sp>
        <p:nvSpPr>
          <p:cNvPr id="4" name="PlaceHolder 3"/>
          <p:cNvSpPr>
            <a:spLocks noGrp="1"/>
          </p:cNvSpPr>
          <p:nvPr>
            <p:ph type="dt" idx="18"/>
          </p:nvPr>
        </p:nvSpPr>
        <p:spPr/>
        <p:txBody>
          <a:bodyPr/>
          <a:p>
            <a:r>
              <a:rPr lang="en-IN"/>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1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12" name="PlaceHolder 2"/>
          <p:cNvSpPr>
            <a:spLocks noGrp="1"/>
          </p:cNvSpPr>
          <p:nvPr>
            <p:ph type="subTitle"/>
          </p:nvPr>
        </p:nvSpPr>
        <p:spPr>
          <a:xfrm>
            <a:off x="504000" y="1326600"/>
            <a:ext cx="1053360" cy="328644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92C3DC2B-6278-4E52-8B15-8D14F4D42EFC}" type="slidenum">
              <a:t>&lt;#&gt;</a:t>
            </a:fld>
          </a:p>
        </p:txBody>
      </p:sp>
      <p:sp>
        <p:nvSpPr>
          <p:cNvPr id="6" name="PlaceHolder 5"/>
          <p:cNvSpPr>
            <a:spLocks noGrp="1"/>
          </p:cNvSpPr>
          <p:nvPr>
            <p:ph type="dt" idx="18"/>
          </p:nvPr>
        </p:nvSpPr>
        <p:spPr/>
        <p:txBody>
          <a:bodyPr/>
          <a:p>
            <a:r>
              <a:rPr lang="en-IN"/>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14" name="PlaceHolder 2"/>
          <p:cNvSpPr>
            <a:spLocks noGrp="1"/>
          </p:cNvSpPr>
          <p:nvPr>
            <p:ph/>
          </p:nvPr>
        </p:nvSpPr>
        <p:spPr>
          <a:xfrm>
            <a:off x="504000" y="1326600"/>
            <a:ext cx="1053360" cy="32864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34E2E833-7F03-493F-B4AA-A9CEE584B8AD}" type="slidenum">
              <a:t>&lt;#&gt;</a:t>
            </a:fld>
          </a:p>
        </p:txBody>
      </p:sp>
      <p:sp>
        <p:nvSpPr>
          <p:cNvPr id="6" name="PlaceHolder 5"/>
          <p:cNvSpPr>
            <a:spLocks noGrp="1"/>
          </p:cNvSpPr>
          <p:nvPr>
            <p:ph type="dt" idx="18"/>
          </p:nvPr>
        </p:nvSpPr>
        <p:spPr/>
        <p:txBody>
          <a:bodyPr/>
          <a:p>
            <a:r>
              <a:rPr lang="en-IN"/>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1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16"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217"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1FA9B999-9193-428C-8442-156F1623132F}" type="slidenum">
              <a:t>&lt;#&gt;</a:t>
            </a:fld>
          </a:p>
        </p:txBody>
      </p:sp>
      <p:sp>
        <p:nvSpPr>
          <p:cNvPr id="7" name="PlaceHolder 6"/>
          <p:cNvSpPr>
            <a:spLocks noGrp="1"/>
          </p:cNvSpPr>
          <p:nvPr>
            <p:ph type="dt" idx="18"/>
          </p:nvPr>
        </p:nvSpPr>
        <p:spPr/>
        <p:txBody>
          <a:bodyPr/>
          <a:p>
            <a:r>
              <a:rPr lang="en-IN"/>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18"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16"/>
          </p:nvPr>
        </p:nvSpPr>
        <p:spPr/>
        <p:txBody>
          <a:bodyPr/>
          <a:p>
            <a:r>
              <a:t>Footer</a:t>
            </a:r>
          </a:p>
        </p:txBody>
      </p:sp>
      <p:sp>
        <p:nvSpPr>
          <p:cNvPr id="4" name="PlaceHolder 3"/>
          <p:cNvSpPr>
            <a:spLocks noGrp="1"/>
          </p:cNvSpPr>
          <p:nvPr>
            <p:ph type="sldNum" idx="17"/>
          </p:nvPr>
        </p:nvSpPr>
        <p:spPr/>
        <p:txBody>
          <a:bodyPr/>
          <a:p>
            <a:fld id="{29240BB2-778F-4660-8A0A-C8EA73883BED}" type="slidenum">
              <a:t>&lt;#&gt;</a:t>
            </a:fld>
          </a:p>
        </p:txBody>
      </p:sp>
      <p:sp>
        <p:nvSpPr>
          <p:cNvPr id="5" name="PlaceHolder 4"/>
          <p:cNvSpPr>
            <a:spLocks noGrp="1"/>
          </p:cNvSpPr>
          <p:nvPr>
            <p:ph type="dt" idx="18"/>
          </p:nvPr>
        </p:nvSpPr>
        <p:spPr/>
        <p:txBody>
          <a:bodyPr/>
          <a:p>
            <a:r>
              <a:rPr lang="en-IN"/>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9" name="PlaceHolder 1"/>
          <p:cNvSpPr>
            <a:spLocks noGrp="1"/>
          </p:cNvSpPr>
          <p:nvPr>
            <p:ph type="subTitle"/>
          </p:nvPr>
        </p:nvSpPr>
        <p:spPr>
          <a:xfrm>
            <a:off x="504000" y="226080"/>
            <a:ext cx="9069840" cy="438012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
        <p:nvSpPr>
          <p:cNvPr id="3" name="PlaceHolder 2"/>
          <p:cNvSpPr>
            <a:spLocks noGrp="1"/>
          </p:cNvSpPr>
          <p:nvPr>
            <p:ph type="ftr" idx="16"/>
          </p:nvPr>
        </p:nvSpPr>
        <p:spPr/>
        <p:txBody>
          <a:bodyPr/>
          <a:p>
            <a:r>
              <a:t>Footer</a:t>
            </a:r>
          </a:p>
        </p:txBody>
      </p:sp>
      <p:sp>
        <p:nvSpPr>
          <p:cNvPr id="4" name="PlaceHolder 3"/>
          <p:cNvSpPr>
            <a:spLocks noGrp="1"/>
          </p:cNvSpPr>
          <p:nvPr>
            <p:ph type="sldNum" idx="17"/>
          </p:nvPr>
        </p:nvSpPr>
        <p:spPr/>
        <p:txBody>
          <a:bodyPr/>
          <a:p>
            <a:fld id="{B68FDB5C-DC8D-40AA-9DC3-FA325C9E9996}" type="slidenum">
              <a:t>&lt;#&gt;</a:t>
            </a:fld>
          </a:p>
        </p:txBody>
      </p:sp>
      <p:sp>
        <p:nvSpPr>
          <p:cNvPr id="5" name="PlaceHolder 4"/>
          <p:cNvSpPr>
            <a:spLocks noGrp="1"/>
          </p:cNvSpPr>
          <p:nvPr>
            <p:ph type="dt" idx="18"/>
          </p:nvPr>
        </p:nvSpPr>
        <p:spPr/>
        <p:txBody>
          <a:bodyPr/>
          <a:p>
            <a:r>
              <a:rPr lang="en-IN"/>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20"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21"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22"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223"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6"/>
          </p:nvPr>
        </p:nvSpPr>
        <p:spPr/>
        <p:txBody>
          <a:bodyPr/>
          <a:p>
            <a:r>
              <a:t>Footer</a:t>
            </a:r>
          </a:p>
        </p:txBody>
      </p:sp>
      <p:sp>
        <p:nvSpPr>
          <p:cNvPr id="7" name="PlaceHolder 6"/>
          <p:cNvSpPr>
            <a:spLocks noGrp="1"/>
          </p:cNvSpPr>
          <p:nvPr>
            <p:ph type="sldNum" idx="17"/>
          </p:nvPr>
        </p:nvSpPr>
        <p:spPr/>
        <p:txBody>
          <a:bodyPr/>
          <a:p>
            <a:fld id="{05586166-C41B-4DC8-B1EB-913E3A1B24F4}" type="slidenum">
              <a:t>&lt;#&gt;</a:t>
            </a:fld>
          </a:p>
        </p:txBody>
      </p:sp>
      <p:sp>
        <p:nvSpPr>
          <p:cNvPr id="8" name="PlaceHolder 7"/>
          <p:cNvSpPr>
            <a:spLocks noGrp="1"/>
          </p:cNvSpPr>
          <p:nvPr>
            <p:ph type="dt" idx="18"/>
          </p:nvPr>
        </p:nvSpPr>
        <p:spPr/>
        <p:txBody>
          <a:bodyPr/>
          <a:p>
            <a:r>
              <a:rPr lang="en-IN"/>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25"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226"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27" name="PlaceHolder 4"/>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6"/>
          </p:nvPr>
        </p:nvSpPr>
        <p:spPr/>
        <p:txBody>
          <a:bodyPr/>
          <a:p>
            <a:r>
              <a:t>Footer</a:t>
            </a:r>
          </a:p>
        </p:txBody>
      </p:sp>
      <p:sp>
        <p:nvSpPr>
          <p:cNvPr id="7" name="PlaceHolder 6"/>
          <p:cNvSpPr>
            <a:spLocks noGrp="1"/>
          </p:cNvSpPr>
          <p:nvPr>
            <p:ph type="sldNum" idx="17"/>
          </p:nvPr>
        </p:nvSpPr>
        <p:spPr/>
        <p:txBody>
          <a:bodyPr/>
          <a:p>
            <a:fld id="{3C4D9201-AAEC-490E-9A21-FC2B7904997C}" type="slidenum">
              <a:t>&lt;#&gt;</a:t>
            </a:fld>
          </a:p>
        </p:txBody>
      </p:sp>
      <p:sp>
        <p:nvSpPr>
          <p:cNvPr id="8" name="PlaceHolder 7"/>
          <p:cNvSpPr>
            <a:spLocks noGrp="1"/>
          </p:cNvSpPr>
          <p:nvPr>
            <p:ph type="dt" idx="18"/>
          </p:nvPr>
        </p:nvSpPr>
        <p:spPr/>
        <p:txBody>
          <a:bodyPr/>
          <a:p>
            <a:r>
              <a:rPr lang="en-IN"/>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8"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29"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30"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31" name="PlaceHolder 4"/>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6"/>
          </p:nvPr>
        </p:nvSpPr>
        <p:spPr/>
        <p:txBody>
          <a:bodyPr/>
          <a:p>
            <a:r>
              <a:t>Footer</a:t>
            </a:r>
          </a:p>
        </p:txBody>
      </p:sp>
      <p:sp>
        <p:nvSpPr>
          <p:cNvPr id="7" name="PlaceHolder 6"/>
          <p:cNvSpPr>
            <a:spLocks noGrp="1"/>
          </p:cNvSpPr>
          <p:nvPr>
            <p:ph type="sldNum" idx="17"/>
          </p:nvPr>
        </p:nvSpPr>
        <p:spPr/>
        <p:txBody>
          <a:bodyPr/>
          <a:p>
            <a:fld id="{6CBB7DEF-D492-42C7-A7CB-A12A1B7EED01}" type="slidenum">
              <a:t>&lt;#&gt;</a:t>
            </a:fld>
          </a:p>
        </p:txBody>
      </p:sp>
      <p:sp>
        <p:nvSpPr>
          <p:cNvPr id="8" name="PlaceHolder 7"/>
          <p:cNvSpPr>
            <a:spLocks noGrp="1"/>
          </p:cNvSpPr>
          <p:nvPr>
            <p:ph type="dt" idx="18"/>
          </p:nvPr>
        </p:nvSpPr>
        <p:spPr/>
        <p:txBody>
          <a:bodyPr/>
          <a:p>
            <a:r>
              <a:rPr lang="en-IN"/>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33" name="PlaceHolder 2"/>
          <p:cNvSpPr>
            <a:spLocks noGrp="1"/>
          </p:cNvSpPr>
          <p:nvPr>
            <p:ph/>
          </p:nvPr>
        </p:nvSpPr>
        <p:spPr>
          <a:xfrm>
            <a:off x="504000" y="132660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234" name="PlaceHolder 3"/>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34184A3E-0D13-4C77-8D2D-D9C881CD319D}" type="slidenum">
              <a:t>&lt;#&gt;</a:t>
            </a:fld>
          </a:p>
        </p:txBody>
      </p:sp>
      <p:sp>
        <p:nvSpPr>
          <p:cNvPr id="7" name="PlaceHolder 6"/>
          <p:cNvSpPr>
            <a:spLocks noGrp="1"/>
          </p:cNvSpPr>
          <p:nvPr>
            <p:ph type="dt" idx="18"/>
          </p:nvPr>
        </p:nvSpPr>
        <p:spPr/>
        <p:txBody>
          <a:bodyPr/>
          <a:p>
            <a:r>
              <a:rPr lang="en-IN"/>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36"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37"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38"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39" name="PlaceHolder 5"/>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7" name="PlaceHolder 6"/>
          <p:cNvSpPr>
            <a:spLocks noGrp="1"/>
          </p:cNvSpPr>
          <p:nvPr>
            <p:ph type="ftr" idx="16"/>
          </p:nvPr>
        </p:nvSpPr>
        <p:spPr/>
        <p:txBody>
          <a:bodyPr/>
          <a:p>
            <a:r>
              <a:t>Footer</a:t>
            </a:r>
          </a:p>
        </p:txBody>
      </p:sp>
      <p:sp>
        <p:nvSpPr>
          <p:cNvPr id="8" name="PlaceHolder 7"/>
          <p:cNvSpPr>
            <a:spLocks noGrp="1"/>
          </p:cNvSpPr>
          <p:nvPr>
            <p:ph type="sldNum" idx="17"/>
          </p:nvPr>
        </p:nvSpPr>
        <p:spPr/>
        <p:txBody>
          <a:bodyPr/>
          <a:p>
            <a:fld id="{A6F9C573-A081-44E9-8ECF-D5BEEDCE1D16}" type="slidenum">
              <a:t>&lt;#&gt;</a:t>
            </a:fld>
          </a:p>
        </p:txBody>
      </p:sp>
      <p:sp>
        <p:nvSpPr>
          <p:cNvPr id="9" name="PlaceHolder 8"/>
          <p:cNvSpPr>
            <a:spLocks noGrp="1"/>
          </p:cNvSpPr>
          <p:nvPr>
            <p:ph type="dt" idx="18"/>
          </p:nvPr>
        </p:nvSpPr>
        <p:spPr/>
        <p:txBody>
          <a:bodyPr/>
          <a:p>
            <a:r>
              <a:rPr lang="en-IN"/>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40"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41" name="PlaceHolder 2"/>
          <p:cNvSpPr>
            <a:spLocks noGrp="1"/>
          </p:cNvSpPr>
          <p:nvPr>
            <p:ph/>
          </p:nvPr>
        </p:nvSpPr>
        <p:spPr>
          <a:xfrm>
            <a:off x="50400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42" name="PlaceHolder 3"/>
          <p:cNvSpPr>
            <a:spLocks noGrp="1"/>
          </p:cNvSpPr>
          <p:nvPr>
            <p:ph/>
          </p:nvPr>
        </p:nvSpPr>
        <p:spPr>
          <a:xfrm>
            <a:off x="86004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43" name="PlaceHolder 4"/>
          <p:cNvSpPr>
            <a:spLocks noGrp="1"/>
          </p:cNvSpPr>
          <p:nvPr>
            <p:ph/>
          </p:nvPr>
        </p:nvSpPr>
        <p:spPr>
          <a:xfrm>
            <a:off x="121608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44" name="PlaceHolder 5"/>
          <p:cNvSpPr>
            <a:spLocks noGrp="1"/>
          </p:cNvSpPr>
          <p:nvPr>
            <p:ph/>
          </p:nvPr>
        </p:nvSpPr>
        <p:spPr>
          <a:xfrm>
            <a:off x="50400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45" name="PlaceHolder 6"/>
          <p:cNvSpPr>
            <a:spLocks noGrp="1"/>
          </p:cNvSpPr>
          <p:nvPr>
            <p:ph/>
          </p:nvPr>
        </p:nvSpPr>
        <p:spPr>
          <a:xfrm>
            <a:off x="86004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46" name="PlaceHolder 7"/>
          <p:cNvSpPr>
            <a:spLocks noGrp="1"/>
          </p:cNvSpPr>
          <p:nvPr>
            <p:ph/>
          </p:nvPr>
        </p:nvSpPr>
        <p:spPr>
          <a:xfrm>
            <a:off x="121608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9" name="PlaceHolder 8"/>
          <p:cNvSpPr>
            <a:spLocks noGrp="1"/>
          </p:cNvSpPr>
          <p:nvPr>
            <p:ph type="ftr" idx="16"/>
          </p:nvPr>
        </p:nvSpPr>
        <p:spPr/>
        <p:txBody>
          <a:bodyPr/>
          <a:p>
            <a:r>
              <a:t>Footer</a:t>
            </a:r>
          </a:p>
        </p:txBody>
      </p:sp>
      <p:sp>
        <p:nvSpPr>
          <p:cNvPr id="10" name="PlaceHolder 9"/>
          <p:cNvSpPr>
            <a:spLocks noGrp="1"/>
          </p:cNvSpPr>
          <p:nvPr>
            <p:ph type="sldNum" idx="17"/>
          </p:nvPr>
        </p:nvSpPr>
        <p:spPr/>
        <p:txBody>
          <a:bodyPr/>
          <a:p>
            <a:fld id="{65C77FC9-7D3D-4CBE-8540-B7F06951291E}" type="slidenum">
              <a:t>&lt;#&gt;</a:t>
            </a:fld>
          </a:p>
        </p:txBody>
      </p:sp>
      <p:sp>
        <p:nvSpPr>
          <p:cNvPr id="11" name="PlaceHolder 10"/>
          <p:cNvSpPr>
            <a:spLocks noGrp="1"/>
          </p:cNvSpPr>
          <p:nvPr>
            <p:ph type="dt" idx="18"/>
          </p:nvPr>
        </p:nvSpPr>
        <p:spPr/>
        <p:txBody>
          <a:bodyPr/>
          <a:p>
            <a:r>
              <a:rPr lang="en-IN"/>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1480B0DE-35A6-4211-AA9D-18A4B10CDB42}" type="slidenum">
              <a:t>&lt;#&gt;</a:t>
            </a:fld>
          </a:p>
        </p:txBody>
      </p:sp>
      <p:sp>
        <p:nvSpPr>
          <p:cNvPr id="4" name="PlaceHolder 3"/>
          <p:cNvSpPr>
            <a:spLocks noGrp="1"/>
          </p:cNvSpPr>
          <p:nvPr>
            <p:ph type="dt" idx="21"/>
          </p:nvPr>
        </p:nvSpPr>
        <p:spPr/>
        <p:txBody>
          <a:bodyPr/>
          <a:p>
            <a:r>
              <a:rPr lang="en-IN"/>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5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54" name="PlaceHolder 2"/>
          <p:cNvSpPr>
            <a:spLocks noGrp="1"/>
          </p:cNvSpPr>
          <p:nvPr>
            <p:ph type="subTitle"/>
          </p:nvPr>
        </p:nvSpPr>
        <p:spPr>
          <a:xfrm>
            <a:off x="504000" y="1326600"/>
            <a:ext cx="1053360" cy="328644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BE0B51BC-BB50-4B8C-A4FB-9387D8F2C785}" type="slidenum">
              <a:t>&lt;#&gt;</a:t>
            </a:fld>
          </a:p>
        </p:txBody>
      </p:sp>
      <p:sp>
        <p:nvSpPr>
          <p:cNvPr id="6" name="PlaceHolder 5"/>
          <p:cNvSpPr>
            <a:spLocks noGrp="1"/>
          </p:cNvSpPr>
          <p:nvPr>
            <p:ph type="dt" idx="21"/>
          </p:nvPr>
        </p:nvSpPr>
        <p:spPr/>
        <p:txBody>
          <a:bodyPr/>
          <a:p>
            <a:r>
              <a:rPr lang="en-IN"/>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5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56" name="PlaceHolder 2"/>
          <p:cNvSpPr>
            <a:spLocks noGrp="1"/>
          </p:cNvSpPr>
          <p:nvPr>
            <p:ph/>
          </p:nvPr>
        </p:nvSpPr>
        <p:spPr>
          <a:xfrm>
            <a:off x="504000" y="1326600"/>
            <a:ext cx="1053360" cy="32864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D7F913C5-0827-4E32-90FA-D6A5866963BD}" type="slidenum">
              <a:t>&lt;#&gt;</a:t>
            </a:fld>
          </a:p>
        </p:txBody>
      </p:sp>
      <p:sp>
        <p:nvSpPr>
          <p:cNvPr id="6" name="PlaceHolder 5"/>
          <p:cNvSpPr>
            <a:spLocks noGrp="1"/>
          </p:cNvSpPr>
          <p:nvPr>
            <p:ph type="dt" idx="21"/>
          </p:nvPr>
        </p:nvSpPr>
        <p:spPr/>
        <p:txBody>
          <a:bodyPr/>
          <a:p>
            <a:r>
              <a:rPr lang="en-IN"/>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5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58"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259"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1DE26207-20A9-4167-9CB7-B269DB29E5B3}" type="slidenum">
              <a:t>&lt;#&gt;</a:t>
            </a:fld>
          </a:p>
        </p:txBody>
      </p:sp>
      <p:sp>
        <p:nvSpPr>
          <p:cNvPr id="7" name="PlaceHolder 6"/>
          <p:cNvSpPr>
            <a:spLocks noGrp="1"/>
          </p:cNvSpPr>
          <p:nvPr>
            <p:ph type="dt" idx="21"/>
          </p:nvPr>
        </p:nvSpPr>
        <p:spPr/>
        <p:txBody>
          <a:bodyPr/>
          <a:p>
            <a:r>
              <a:rPr lang="en-IN"/>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60"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19"/>
          </p:nvPr>
        </p:nvSpPr>
        <p:spPr/>
        <p:txBody>
          <a:bodyPr/>
          <a:p>
            <a:r>
              <a:t>Footer</a:t>
            </a:r>
          </a:p>
        </p:txBody>
      </p:sp>
      <p:sp>
        <p:nvSpPr>
          <p:cNvPr id="4" name="PlaceHolder 3"/>
          <p:cNvSpPr>
            <a:spLocks noGrp="1"/>
          </p:cNvSpPr>
          <p:nvPr>
            <p:ph type="sldNum" idx="20"/>
          </p:nvPr>
        </p:nvSpPr>
        <p:spPr/>
        <p:txBody>
          <a:bodyPr/>
          <a:p>
            <a:fld id="{B3FBAF7B-DFA5-4956-8599-0A31A4360432}" type="slidenum">
              <a:t>&lt;#&gt;</a:t>
            </a:fld>
          </a:p>
        </p:txBody>
      </p:sp>
      <p:sp>
        <p:nvSpPr>
          <p:cNvPr id="5" name="PlaceHolder 4"/>
          <p:cNvSpPr>
            <a:spLocks noGrp="1"/>
          </p:cNvSpPr>
          <p:nvPr>
            <p:ph type="dt" idx="21"/>
          </p:nvPr>
        </p:nvSpPr>
        <p:spPr/>
        <p:txBody>
          <a:bodyPr/>
          <a:p>
            <a:r>
              <a:rPr lang="en-IN"/>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61" name="PlaceHolder 1"/>
          <p:cNvSpPr>
            <a:spLocks noGrp="1"/>
          </p:cNvSpPr>
          <p:nvPr>
            <p:ph type="subTitle"/>
          </p:nvPr>
        </p:nvSpPr>
        <p:spPr>
          <a:xfrm>
            <a:off x="504000" y="226080"/>
            <a:ext cx="9069840" cy="438012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
        <p:nvSpPr>
          <p:cNvPr id="3" name="PlaceHolder 2"/>
          <p:cNvSpPr>
            <a:spLocks noGrp="1"/>
          </p:cNvSpPr>
          <p:nvPr>
            <p:ph type="ftr" idx="19"/>
          </p:nvPr>
        </p:nvSpPr>
        <p:spPr/>
        <p:txBody>
          <a:bodyPr/>
          <a:p>
            <a:r>
              <a:t>Footer</a:t>
            </a:r>
          </a:p>
        </p:txBody>
      </p:sp>
      <p:sp>
        <p:nvSpPr>
          <p:cNvPr id="4" name="PlaceHolder 3"/>
          <p:cNvSpPr>
            <a:spLocks noGrp="1"/>
          </p:cNvSpPr>
          <p:nvPr>
            <p:ph type="sldNum" idx="20"/>
          </p:nvPr>
        </p:nvSpPr>
        <p:spPr/>
        <p:txBody>
          <a:bodyPr/>
          <a:p>
            <a:fld id="{5D1B0C38-9F36-4231-93C2-41E1BE7F23D9}" type="slidenum">
              <a:t>&lt;#&gt;</a:t>
            </a:fld>
          </a:p>
        </p:txBody>
      </p:sp>
      <p:sp>
        <p:nvSpPr>
          <p:cNvPr id="5" name="PlaceHolder 4"/>
          <p:cNvSpPr>
            <a:spLocks noGrp="1"/>
          </p:cNvSpPr>
          <p:nvPr>
            <p:ph type="dt" idx="21"/>
          </p:nvPr>
        </p:nvSpPr>
        <p:spPr/>
        <p:txBody>
          <a:bodyPr/>
          <a:p>
            <a:r>
              <a:rPr lang="en-IN"/>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62"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63"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64"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265"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9"/>
          </p:nvPr>
        </p:nvSpPr>
        <p:spPr/>
        <p:txBody>
          <a:bodyPr/>
          <a:p>
            <a:r>
              <a:t>Footer</a:t>
            </a:r>
          </a:p>
        </p:txBody>
      </p:sp>
      <p:sp>
        <p:nvSpPr>
          <p:cNvPr id="7" name="PlaceHolder 6"/>
          <p:cNvSpPr>
            <a:spLocks noGrp="1"/>
          </p:cNvSpPr>
          <p:nvPr>
            <p:ph type="sldNum" idx="20"/>
          </p:nvPr>
        </p:nvSpPr>
        <p:spPr/>
        <p:txBody>
          <a:bodyPr/>
          <a:p>
            <a:fld id="{A32B1E0F-C21B-49D8-BCF8-66982130CA1F}" type="slidenum">
              <a:t>&lt;#&gt;</a:t>
            </a:fld>
          </a:p>
        </p:txBody>
      </p:sp>
      <p:sp>
        <p:nvSpPr>
          <p:cNvPr id="8" name="PlaceHolder 7"/>
          <p:cNvSpPr>
            <a:spLocks noGrp="1"/>
          </p:cNvSpPr>
          <p:nvPr>
            <p:ph type="dt" idx="21"/>
          </p:nvPr>
        </p:nvSpPr>
        <p:spPr/>
        <p:txBody>
          <a:bodyPr/>
          <a:p>
            <a:r>
              <a:rPr lang="en-IN"/>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67"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268"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69" name="PlaceHolder 4"/>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9"/>
          </p:nvPr>
        </p:nvSpPr>
        <p:spPr/>
        <p:txBody>
          <a:bodyPr/>
          <a:p>
            <a:r>
              <a:t>Footer</a:t>
            </a:r>
          </a:p>
        </p:txBody>
      </p:sp>
      <p:sp>
        <p:nvSpPr>
          <p:cNvPr id="7" name="PlaceHolder 6"/>
          <p:cNvSpPr>
            <a:spLocks noGrp="1"/>
          </p:cNvSpPr>
          <p:nvPr>
            <p:ph type="sldNum" idx="20"/>
          </p:nvPr>
        </p:nvSpPr>
        <p:spPr/>
        <p:txBody>
          <a:bodyPr/>
          <a:p>
            <a:fld id="{0B12608C-0A6A-408B-A842-5C598D33C353}" type="slidenum">
              <a:t>&lt;#&gt;</a:t>
            </a:fld>
          </a:p>
        </p:txBody>
      </p:sp>
      <p:sp>
        <p:nvSpPr>
          <p:cNvPr id="8" name="PlaceHolder 7"/>
          <p:cNvSpPr>
            <a:spLocks noGrp="1"/>
          </p:cNvSpPr>
          <p:nvPr>
            <p:ph type="dt" idx="21"/>
          </p:nvPr>
        </p:nvSpPr>
        <p:spPr/>
        <p:txBody>
          <a:bodyPr/>
          <a:p>
            <a:r>
              <a:rPr lang="en-IN"/>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0"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71"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72"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73" name="PlaceHolder 4"/>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9"/>
          </p:nvPr>
        </p:nvSpPr>
        <p:spPr/>
        <p:txBody>
          <a:bodyPr/>
          <a:p>
            <a:r>
              <a:t>Footer</a:t>
            </a:r>
          </a:p>
        </p:txBody>
      </p:sp>
      <p:sp>
        <p:nvSpPr>
          <p:cNvPr id="7" name="PlaceHolder 6"/>
          <p:cNvSpPr>
            <a:spLocks noGrp="1"/>
          </p:cNvSpPr>
          <p:nvPr>
            <p:ph type="sldNum" idx="20"/>
          </p:nvPr>
        </p:nvSpPr>
        <p:spPr/>
        <p:txBody>
          <a:bodyPr/>
          <a:p>
            <a:fld id="{467CA793-6984-457C-892F-4089B082CDF3}" type="slidenum">
              <a:t>&lt;#&gt;</a:t>
            </a:fld>
          </a:p>
        </p:txBody>
      </p:sp>
      <p:sp>
        <p:nvSpPr>
          <p:cNvPr id="8" name="PlaceHolder 7"/>
          <p:cNvSpPr>
            <a:spLocks noGrp="1"/>
          </p:cNvSpPr>
          <p:nvPr>
            <p:ph type="dt" idx="21"/>
          </p:nvPr>
        </p:nvSpPr>
        <p:spPr/>
        <p:txBody>
          <a:bodyPr/>
          <a:p>
            <a:r>
              <a:rPr lang="en-IN"/>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75" name="PlaceHolder 2"/>
          <p:cNvSpPr>
            <a:spLocks noGrp="1"/>
          </p:cNvSpPr>
          <p:nvPr>
            <p:ph/>
          </p:nvPr>
        </p:nvSpPr>
        <p:spPr>
          <a:xfrm>
            <a:off x="504000" y="132660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276" name="PlaceHolder 3"/>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2995C11B-6262-453C-8315-32014DD108FF}" type="slidenum">
              <a:t>&lt;#&gt;</a:t>
            </a:fld>
          </a:p>
        </p:txBody>
      </p:sp>
      <p:sp>
        <p:nvSpPr>
          <p:cNvPr id="7" name="PlaceHolder 6"/>
          <p:cNvSpPr>
            <a:spLocks noGrp="1"/>
          </p:cNvSpPr>
          <p:nvPr>
            <p:ph type="dt" idx="21"/>
          </p:nvPr>
        </p:nvSpPr>
        <p:spPr/>
        <p:txBody>
          <a:bodyPr/>
          <a:p>
            <a:r>
              <a:rPr lang="en-IN"/>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78"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79"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80"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281" name="PlaceHolder 5"/>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7" name="PlaceHolder 6"/>
          <p:cNvSpPr>
            <a:spLocks noGrp="1"/>
          </p:cNvSpPr>
          <p:nvPr>
            <p:ph type="ftr" idx="19"/>
          </p:nvPr>
        </p:nvSpPr>
        <p:spPr/>
        <p:txBody>
          <a:bodyPr/>
          <a:p>
            <a:r>
              <a:t>Footer</a:t>
            </a:r>
          </a:p>
        </p:txBody>
      </p:sp>
      <p:sp>
        <p:nvSpPr>
          <p:cNvPr id="8" name="PlaceHolder 7"/>
          <p:cNvSpPr>
            <a:spLocks noGrp="1"/>
          </p:cNvSpPr>
          <p:nvPr>
            <p:ph type="sldNum" idx="20"/>
          </p:nvPr>
        </p:nvSpPr>
        <p:spPr/>
        <p:txBody>
          <a:bodyPr/>
          <a:p>
            <a:fld id="{71D7340C-3956-47BF-8152-DA6636DAD048}" type="slidenum">
              <a:t>&lt;#&gt;</a:t>
            </a:fld>
          </a:p>
        </p:txBody>
      </p:sp>
      <p:sp>
        <p:nvSpPr>
          <p:cNvPr id="9" name="PlaceHolder 8"/>
          <p:cNvSpPr>
            <a:spLocks noGrp="1"/>
          </p:cNvSpPr>
          <p:nvPr>
            <p:ph type="dt" idx="21"/>
          </p:nvPr>
        </p:nvSpPr>
        <p:spPr/>
        <p:txBody>
          <a:bodyPr/>
          <a:p>
            <a:r>
              <a:rPr lang="en-IN"/>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82"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83" name="PlaceHolder 2"/>
          <p:cNvSpPr>
            <a:spLocks noGrp="1"/>
          </p:cNvSpPr>
          <p:nvPr>
            <p:ph/>
          </p:nvPr>
        </p:nvSpPr>
        <p:spPr>
          <a:xfrm>
            <a:off x="50400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84" name="PlaceHolder 3"/>
          <p:cNvSpPr>
            <a:spLocks noGrp="1"/>
          </p:cNvSpPr>
          <p:nvPr>
            <p:ph/>
          </p:nvPr>
        </p:nvSpPr>
        <p:spPr>
          <a:xfrm>
            <a:off x="86004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85" name="PlaceHolder 4"/>
          <p:cNvSpPr>
            <a:spLocks noGrp="1"/>
          </p:cNvSpPr>
          <p:nvPr>
            <p:ph/>
          </p:nvPr>
        </p:nvSpPr>
        <p:spPr>
          <a:xfrm>
            <a:off x="121608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86" name="PlaceHolder 5"/>
          <p:cNvSpPr>
            <a:spLocks noGrp="1"/>
          </p:cNvSpPr>
          <p:nvPr>
            <p:ph/>
          </p:nvPr>
        </p:nvSpPr>
        <p:spPr>
          <a:xfrm>
            <a:off x="50400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87" name="PlaceHolder 6"/>
          <p:cNvSpPr>
            <a:spLocks noGrp="1"/>
          </p:cNvSpPr>
          <p:nvPr>
            <p:ph/>
          </p:nvPr>
        </p:nvSpPr>
        <p:spPr>
          <a:xfrm>
            <a:off x="86004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288" name="PlaceHolder 7"/>
          <p:cNvSpPr>
            <a:spLocks noGrp="1"/>
          </p:cNvSpPr>
          <p:nvPr>
            <p:ph/>
          </p:nvPr>
        </p:nvSpPr>
        <p:spPr>
          <a:xfrm>
            <a:off x="121608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9" name="PlaceHolder 8"/>
          <p:cNvSpPr>
            <a:spLocks noGrp="1"/>
          </p:cNvSpPr>
          <p:nvPr>
            <p:ph type="ftr" idx="19"/>
          </p:nvPr>
        </p:nvSpPr>
        <p:spPr/>
        <p:txBody>
          <a:bodyPr/>
          <a:p>
            <a:r>
              <a:t>Footer</a:t>
            </a:r>
          </a:p>
        </p:txBody>
      </p:sp>
      <p:sp>
        <p:nvSpPr>
          <p:cNvPr id="10" name="PlaceHolder 9"/>
          <p:cNvSpPr>
            <a:spLocks noGrp="1"/>
          </p:cNvSpPr>
          <p:nvPr>
            <p:ph type="sldNum" idx="20"/>
          </p:nvPr>
        </p:nvSpPr>
        <p:spPr/>
        <p:txBody>
          <a:bodyPr/>
          <a:p>
            <a:fld id="{00CAC492-B9DE-47C5-ACF6-B9FC86DA5254}" type="slidenum">
              <a:t>&lt;#&gt;</a:t>
            </a:fld>
          </a:p>
        </p:txBody>
      </p:sp>
      <p:sp>
        <p:nvSpPr>
          <p:cNvPr id="11" name="PlaceHolder 10"/>
          <p:cNvSpPr>
            <a:spLocks noGrp="1"/>
          </p:cNvSpPr>
          <p:nvPr>
            <p:ph type="dt" idx="21"/>
          </p:nvPr>
        </p:nvSpPr>
        <p:spPr/>
        <p:txBody>
          <a:bodyPr/>
          <a:p>
            <a:r>
              <a:rPr lang="en-IN"/>
              <a:t/>
            </a: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F0FB52EE-3DFB-4852-AB15-6F470EA2803C}" type="slidenum">
              <a:t>&lt;#&gt;</a:t>
            </a:fld>
          </a:p>
        </p:txBody>
      </p:sp>
      <p:sp>
        <p:nvSpPr>
          <p:cNvPr id="4" name="PlaceHolder 3"/>
          <p:cNvSpPr>
            <a:spLocks noGrp="1"/>
          </p:cNvSpPr>
          <p:nvPr>
            <p:ph type="dt" idx="24"/>
          </p:nvPr>
        </p:nvSpPr>
        <p:spPr/>
        <p:txBody>
          <a:bodyPr/>
          <a:p>
            <a:r>
              <a:rPr lang="en-IN"/>
              <a:t/>
            </a:r>
          </a:p>
        </p:txBody>
      </p:sp>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94"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95" name="PlaceHolder 2"/>
          <p:cNvSpPr>
            <a:spLocks noGrp="1"/>
          </p:cNvSpPr>
          <p:nvPr>
            <p:ph type="subTitle"/>
          </p:nvPr>
        </p:nvSpPr>
        <p:spPr>
          <a:xfrm>
            <a:off x="504000" y="1326600"/>
            <a:ext cx="1053360" cy="328644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96B79DE5-2209-4963-A7EE-06EDE6605EF4}" type="slidenum">
              <a:t>&lt;#&gt;</a:t>
            </a:fld>
          </a:p>
        </p:txBody>
      </p:sp>
      <p:sp>
        <p:nvSpPr>
          <p:cNvPr id="6" name="PlaceHolder 5"/>
          <p:cNvSpPr>
            <a:spLocks noGrp="1"/>
          </p:cNvSpPr>
          <p:nvPr>
            <p:ph type="dt" idx="24"/>
          </p:nvPr>
        </p:nvSpPr>
        <p:spPr/>
        <p:txBody>
          <a:bodyPr/>
          <a:p>
            <a:r>
              <a:rPr lang="en-IN"/>
              <a:t/>
            </a: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96"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97" name="PlaceHolder 2"/>
          <p:cNvSpPr>
            <a:spLocks noGrp="1"/>
          </p:cNvSpPr>
          <p:nvPr>
            <p:ph/>
          </p:nvPr>
        </p:nvSpPr>
        <p:spPr>
          <a:xfrm>
            <a:off x="504000" y="1326600"/>
            <a:ext cx="1053360" cy="32864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0CC749A9-9A70-41A3-940A-A9E96EA3E2CE}" type="slidenum">
              <a:t>&lt;#&gt;</a:t>
            </a:fld>
          </a:p>
        </p:txBody>
      </p:sp>
      <p:sp>
        <p:nvSpPr>
          <p:cNvPr id="6" name="PlaceHolder 5"/>
          <p:cNvSpPr>
            <a:spLocks noGrp="1"/>
          </p:cNvSpPr>
          <p:nvPr>
            <p:ph type="dt" idx="24"/>
          </p:nvPr>
        </p:nvSpPr>
        <p:spPr/>
        <p:txBody>
          <a:bodyPr/>
          <a:p>
            <a:r>
              <a:rPr lang="en-IN"/>
              <a:t/>
            </a: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99"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300"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01F53580-9384-45C6-84E1-13C4D3B65D1F}" type="slidenum">
              <a:t>&lt;#&gt;</a:t>
            </a:fld>
          </a:p>
        </p:txBody>
      </p:sp>
      <p:sp>
        <p:nvSpPr>
          <p:cNvPr id="7" name="PlaceHolder 6"/>
          <p:cNvSpPr>
            <a:spLocks noGrp="1"/>
          </p:cNvSpPr>
          <p:nvPr>
            <p:ph type="dt" idx="24"/>
          </p:nvPr>
        </p:nvSpPr>
        <p:spPr/>
        <p:txBody>
          <a:bodyPr/>
          <a:p>
            <a:r>
              <a:rPr lang="en-IN"/>
              <a:t/>
            </a: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0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836B6742-88B9-45A8-ABC7-DC36F33EF06D}" type="slidenum">
              <a:t>&lt;#&gt;</a:t>
            </a:fld>
          </a:p>
        </p:txBody>
      </p:sp>
      <p:sp>
        <p:nvSpPr>
          <p:cNvPr id="5" name="PlaceHolder 4"/>
          <p:cNvSpPr>
            <a:spLocks noGrp="1"/>
          </p:cNvSpPr>
          <p:nvPr>
            <p:ph type="dt" idx="24"/>
          </p:nvPr>
        </p:nvSpPr>
        <p:spPr/>
        <p:txBody>
          <a:bodyPr/>
          <a:p>
            <a:r>
              <a:rPr lang="en-IN"/>
              <a:t/>
            </a: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02" name="PlaceHolder 1"/>
          <p:cNvSpPr>
            <a:spLocks noGrp="1"/>
          </p:cNvSpPr>
          <p:nvPr>
            <p:ph type="subTitle"/>
          </p:nvPr>
        </p:nvSpPr>
        <p:spPr>
          <a:xfrm>
            <a:off x="504000" y="226080"/>
            <a:ext cx="9069840" cy="438012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9B46D3B1-0F71-4AB4-8A38-CEA92129E461}" type="slidenum">
              <a:t>&lt;#&gt;</a:t>
            </a:fld>
          </a:p>
        </p:txBody>
      </p:sp>
      <p:sp>
        <p:nvSpPr>
          <p:cNvPr id="5" name="PlaceHolder 4"/>
          <p:cNvSpPr>
            <a:spLocks noGrp="1"/>
          </p:cNvSpPr>
          <p:nvPr>
            <p:ph type="dt" idx="24"/>
          </p:nvPr>
        </p:nvSpPr>
        <p:spPr/>
        <p:txBody>
          <a:bodyPr/>
          <a:p>
            <a:r>
              <a:rPr lang="en-IN"/>
              <a:t/>
            </a: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0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04"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05"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306"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22"/>
          </p:nvPr>
        </p:nvSpPr>
        <p:spPr/>
        <p:txBody>
          <a:bodyPr/>
          <a:p>
            <a:r>
              <a:t>Footer</a:t>
            </a:r>
          </a:p>
        </p:txBody>
      </p:sp>
      <p:sp>
        <p:nvSpPr>
          <p:cNvPr id="7" name="PlaceHolder 6"/>
          <p:cNvSpPr>
            <a:spLocks noGrp="1"/>
          </p:cNvSpPr>
          <p:nvPr>
            <p:ph type="sldNum" idx="23"/>
          </p:nvPr>
        </p:nvSpPr>
        <p:spPr/>
        <p:txBody>
          <a:bodyPr/>
          <a:p>
            <a:fld id="{0C1A74C5-2443-45FB-8ECB-62AE962750C2}" type="slidenum">
              <a:t>&lt;#&gt;</a:t>
            </a:fld>
          </a:p>
        </p:txBody>
      </p:sp>
      <p:sp>
        <p:nvSpPr>
          <p:cNvPr id="8" name="PlaceHolder 7"/>
          <p:cNvSpPr>
            <a:spLocks noGrp="1"/>
          </p:cNvSpPr>
          <p:nvPr>
            <p:ph type="dt" idx="24"/>
          </p:nvPr>
        </p:nvSpPr>
        <p:spPr/>
        <p:txBody>
          <a:bodyPr/>
          <a:p>
            <a:r>
              <a:rPr lang="en-IN"/>
              <a:t/>
            </a: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0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08"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309"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10" name="PlaceHolder 4"/>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22"/>
          </p:nvPr>
        </p:nvSpPr>
        <p:spPr/>
        <p:txBody>
          <a:bodyPr/>
          <a:p>
            <a:r>
              <a:t>Footer</a:t>
            </a:r>
          </a:p>
        </p:txBody>
      </p:sp>
      <p:sp>
        <p:nvSpPr>
          <p:cNvPr id="7" name="PlaceHolder 6"/>
          <p:cNvSpPr>
            <a:spLocks noGrp="1"/>
          </p:cNvSpPr>
          <p:nvPr>
            <p:ph type="sldNum" idx="23"/>
          </p:nvPr>
        </p:nvSpPr>
        <p:spPr/>
        <p:txBody>
          <a:bodyPr/>
          <a:p>
            <a:fld id="{412855A2-E5A6-46DB-B5A8-D9D4205824C4}" type="slidenum">
              <a:t>&lt;#&gt;</a:t>
            </a:fld>
          </a:p>
        </p:txBody>
      </p:sp>
      <p:sp>
        <p:nvSpPr>
          <p:cNvPr id="8" name="PlaceHolder 7"/>
          <p:cNvSpPr>
            <a:spLocks noGrp="1"/>
          </p:cNvSpPr>
          <p:nvPr>
            <p:ph type="dt" idx="24"/>
          </p:nvPr>
        </p:nvSpPr>
        <p:spPr/>
        <p:txBody>
          <a:bodyPr/>
          <a:p>
            <a:r>
              <a:rPr lang="en-IN"/>
              <a:t/>
            </a: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1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12"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13"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14" name="PlaceHolder 4"/>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22"/>
          </p:nvPr>
        </p:nvSpPr>
        <p:spPr/>
        <p:txBody>
          <a:bodyPr/>
          <a:p>
            <a:r>
              <a:t>Footer</a:t>
            </a:r>
          </a:p>
        </p:txBody>
      </p:sp>
      <p:sp>
        <p:nvSpPr>
          <p:cNvPr id="7" name="PlaceHolder 6"/>
          <p:cNvSpPr>
            <a:spLocks noGrp="1"/>
          </p:cNvSpPr>
          <p:nvPr>
            <p:ph type="sldNum" idx="23"/>
          </p:nvPr>
        </p:nvSpPr>
        <p:spPr/>
        <p:txBody>
          <a:bodyPr/>
          <a:p>
            <a:fld id="{7D4C0D52-19B3-4FD5-BE10-A019119AF4CA}" type="slidenum">
              <a:t>&lt;#&gt;</a:t>
            </a:fld>
          </a:p>
        </p:txBody>
      </p:sp>
      <p:sp>
        <p:nvSpPr>
          <p:cNvPr id="8" name="PlaceHolder 7"/>
          <p:cNvSpPr>
            <a:spLocks noGrp="1"/>
          </p:cNvSpPr>
          <p:nvPr>
            <p:ph type="dt" idx="24"/>
          </p:nvPr>
        </p:nvSpPr>
        <p:spPr/>
        <p:txBody>
          <a:bodyPr/>
          <a:p>
            <a:r>
              <a:rPr lang="en-IN"/>
              <a:t/>
            </a: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16" name="PlaceHolder 2"/>
          <p:cNvSpPr>
            <a:spLocks noGrp="1"/>
          </p:cNvSpPr>
          <p:nvPr>
            <p:ph/>
          </p:nvPr>
        </p:nvSpPr>
        <p:spPr>
          <a:xfrm>
            <a:off x="504000" y="132660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317" name="PlaceHolder 3"/>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55801F57-601A-4D3F-9916-1AF480BE43B7}" type="slidenum">
              <a:t>&lt;#&gt;</a:t>
            </a:fld>
          </a:p>
        </p:txBody>
      </p:sp>
      <p:sp>
        <p:nvSpPr>
          <p:cNvPr id="7" name="PlaceHolder 6"/>
          <p:cNvSpPr>
            <a:spLocks noGrp="1"/>
          </p:cNvSpPr>
          <p:nvPr>
            <p:ph type="dt" idx="24"/>
          </p:nvPr>
        </p:nvSpPr>
        <p:spPr/>
        <p:txBody>
          <a:bodyPr/>
          <a:p>
            <a:r>
              <a:rPr lang="en-IN"/>
              <a:t/>
            </a: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8"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19"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20"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21"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22" name="PlaceHolder 5"/>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7" name="PlaceHolder 6"/>
          <p:cNvSpPr>
            <a:spLocks noGrp="1"/>
          </p:cNvSpPr>
          <p:nvPr>
            <p:ph type="ftr" idx="22"/>
          </p:nvPr>
        </p:nvSpPr>
        <p:spPr/>
        <p:txBody>
          <a:bodyPr/>
          <a:p>
            <a:r>
              <a:t>Footer</a:t>
            </a:r>
          </a:p>
        </p:txBody>
      </p:sp>
      <p:sp>
        <p:nvSpPr>
          <p:cNvPr id="8" name="PlaceHolder 7"/>
          <p:cNvSpPr>
            <a:spLocks noGrp="1"/>
          </p:cNvSpPr>
          <p:nvPr>
            <p:ph type="sldNum" idx="23"/>
          </p:nvPr>
        </p:nvSpPr>
        <p:spPr/>
        <p:txBody>
          <a:bodyPr/>
          <a:p>
            <a:fld id="{D194BDAD-AABA-4D68-9351-DC415D5FB0EF}" type="slidenum">
              <a:t>&lt;#&gt;</a:t>
            </a:fld>
          </a:p>
        </p:txBody>
      </p:sp>
      <p:sp>
        <p:nvSpPr>
          <p:cNvPr id="9" name="PlaceHolder 8"/>
          <p:cNvSpPr>
            <a:spLocks noGrp="1"/>
          </p:cNvSpPr>
          <p:nvPr>
            <p:ph type="dt" idx="24"/>
          </p:nvPr>
        </p:nvSpPr>
        <p:spPr/>
        <p:txBody>
          <a:bodyPr/>
          <a:p>
            <a:r>
              <a:rPr lang="en-IN"/>
              <a:t/>
            </a: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24" name="PlaceHolder 2"/>
          <p:cNvSpPr>
            <a:spLocks noGrp="1"/>
          </p:cNvSpPr>
          <p:nvPr>
            <p:ph/>
          </p:nvPr>
        </p:nvSpPr>
        <p:spPr>
          <a:xfrm>
            <a:off x="50400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25" name="PlaceHolder 3"/>
          <p:cNvSpPr>
            <a:spLocks noGrp="1"/>
          </p:cNvSpPr>
          <p:nvPr>
            <p:ph/>
          </p:nvPr>
        </p:nvSpPr>
        <p:spPr>
          <a:xfrm>
            <a:off x="86004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26" name="PlaceHolder 4"/>
          <p:cNvSpPr>
            <a:spLocks noGrp="1"/>
          </p:cNvSpPr>
          <p:nvPr>
            <p:ph/>
          </p:nvPr>
        </p:nvSpPr>
        <p:spPr>
          <a:xfrm>
            <a:off x="121608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27" name="PlaceHolder 5"/>
          <p:cNvSpPr>
            <a:spLocks noGrp="1"/>
          </p:cNvSpPr>
          <p:nvPr>
            <p:ph/>
          </p:nvPr>
        </p:nvSpPr>
        <p:spPr>
          <a:xfrm>
            <a:off x="50400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28" name="PlaceHolder 6"/>
          <p:cNvSpPr>
            <a:spLocks noGrp="1"/>
          </p:cNvSpPr>
          <p:nvPr>
            <p:ph/>
          </p:nvPr>
        </p:nvSpPr>
        <p:spPr>
          <a:xfrm>
            <a:off x="86004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29" name="PlaceHolder 7"/>
          <p:cNvSpPr>
            <a:spLocks noGrp="1"/>
          </p:cNvSpPr>
          <p:nvPr>
            <p:ph/>
          </p:nvPr>
        </p:nvSpPr>
        <p:spPr>
          <a:xfrm>
            <a:off x="121608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9" name="PlaceHolder 8"/>
          <p:cNvSpPr>
            <a:spLocks noGrp="1"/>
          </p:cNvSpPr>
          <p:nvPr>
            <p:ph type="ftr" idx="22"/>
          </p:nvPr>
        </p:nvSpPr>
        <p:spPr/>
        <p:txBody>
          <a:bodyPr/>
          <a:p>
            <a:r>
              <a:t>Footer</a:t>
            </a:r>
          </a:p>
        </p:txBody>
      </p:sp>
      <p:sp>
        <p:nvSpPr>
          <p:cNvPr id="10" name="PlaceHolder 9"/>
          <p:cNvSpPr>
            <a:spLocks noGrp="1"/>
          </p:cNvSpPr>
          <p:nvPr>
            <p:ph type="sldNum" idx="23"/>
          </p:nvPr>
        </p:nvSpPr>
        <p:spPr/>
        <p:txBody>
          <a:bodyPr/>
          <a:p>
            <a:fld id="{6D85E111-389F-4AA5-97D0-FC9BB28D7F3F}" type="slidenum">
              <a:t>&lt;#&gt;</a:t>
            </a:fld>
          </a:p>
        </p:txBody>
      </p:sp>
      <p:sp>
        <p:nvSpPr>
          <p:cNvPr id="11" name="PlaceHolder 10"/>
          <p:cNvSpPr>
            <a:spLocks noGrp="1"/>
          </p:cNvSpPr>
          <p:nvPr>
            <p:ph type="dt" idx="24"/>
          </p:nvPr>
        </p:nvSpPr>
        <p:spPr/>
        <p:txBody>
          <a:bodyPr/>
          <a:p>
            <a:r>
              <a:rPr lang="en-IN"/>
              <a:t/>
            </a: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1FE37225-1D1E-4993-8011-3A79D44088F8}" type="slidenum">
              <a:t>&lt;#&gt;</a:t>
            </a:fld>
          </a:p>
        </p:txBody>
      </p:sp>
      <p:sp>
        <p:nvSpPr>
          <p:cNvPr id="4" name="PlaceHolder 3"/>
          <p:cNvSpPr>
            <a:spLocks noGrp="1"/>
          </p:cNvSpPr>
          <p:nvPr>
            <p:ph type="dt" idx="27"/>
          </p:nvPr>
        </p:nvSpPr>
        <p:spPr/>
        <p:txBody>
          <a:bodyPr/>
          <a:p>
            <a:r>
              <a:rPr lang="en-IN"/>
              <a:t/>
            </a:r>
          </a:p>
        </p:txBody>
      </p:sp>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3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36" name="PlaceHolder 2"/>
          <p:cNvSpPr>
            <a:spLocks noGrp="1"/>
          </p:cNvSpPr>
          <p:nvPr>
            <p:ph type="subTitle"/>
          </p:nvPr>
        </p:nvSpPr>
        <p:spPr>
          <a:xfrm>
            <a:off x="504000" y="1326600"/>
            <a:ext cx="1053360" cy="328644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7F4A1B18-B580-4E6F-943B-5E47209F08DA}" type="slidenum">
              <a:t>&lt;#&gt;</a:t>
            </a:fld>
          </a:p>
        </p:txBody>
      </p:sp>
      <p:sp>
        <p:nvSpPr>
          <p:cNvPr id="6" name="PlaceHolder 5"/>
          <p:cNvSpPr>
            <a:spLocks noGrp="1"/>
          </p:cNvSpPr>
          <p:nvPr>
            <p:ph type="dt" idx="27"/>
          </p:nvPr>
        </p:nvSpPr>
        <p:spPr/>
        <p:txBody>
          <a:bodyPr/>
          <a:p>
            <a:r>
              <a:rPr lang="en-IN"/>
              <a:t/>
            </a: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3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38" name="PlaceHolder 2"/>
          <p:cNvSpPr>
            <a:spLocks noGrp="1"/>
          </p:cNvSpPr>
          <p:nvPr>
            <p:ph/>
          </p:nvPr>
        </p:nvSpPr>
        <p:spPr>
          <a:xfrm>
            <a:off x="504000" y="1326600"/>
            <a:ext cx="1053360" cy="32864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9516DF19-3F7D-4B57-9AF8-9694832CF26C}" type="slidenum">
              <a:t>&lt;#&gt;</a:t>
            </a:fld>
          </a:p>
        </p:txBody>
      </p:sp>
      <p:sp>
        <p:nvSpPr>
          <p:cNvPr id="6" name="PlaceHolder 5"/>
          <p:cNvSpPr>
            <a:spLocks noGrp="1"/>
          </p:cNvSpPr>
          <p:nvPr>
            <p:ph type="dt" idx="27"/>
          </p:nvPr>
        </p:nvSpPr>
        <p:spPr/>
        <p:txBody>
          <a:bodyPr/>
          <a:p>
            <a:r>
              <a:rPr lang="en-IN"/>
              <a:t/>
            </a: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3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40"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341"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25"/>
          </p:nvPr>
        </p:nvSpPr>
        <p:spPr/>
        <p:txBody>
          <a:bodyPr/>
          <a:p>
            <a:r>
              <a:t>Footer</a:t>
            </a:r>
          </a:p>
        </p:txBody>
      </p:sp>
      <p:sp>
        <p:nvSpPr>
          <p:cNvPr id="6" name="PlaceHolder 5"/>
          <p:cNvSpPr>
            <a:spLocks noGrp="1"/>
          </p:cNvSpPr>
          <p:nvPr>
            <p:ph type="sldNum" idx="26"/>
          </p:nvPr>
        </p:nvSpPr>
        <p:spPr/>
        <p:txBody>
          <a:bodyPr/>
          <a:p>
            <a:fld id="{70C0DA30-D39C-438B-9A09-3B2B1F1B921C}" type="slidenum">
              <a:t>&lt;#&gt;</a:t>
            </a:fld>
          </a:p>
        </p:txBody>
      </p:sp>
      <p:sp>
        <p:nvSpPr>
          <p:cNvPr id="7" name="PlaceHolder 6"/>
          <p:cNvSpPr>
            <a:spLocks noGrp="1"/>
          </p:cNvSpPr>
          <p:nvPr>
            <p:ph type="dt" idx="27"/>
          </p:nvPr>
        </p:nvSpPr>
        <p:spPr/>
        <p:txBody>
          <a:bodyPr/>
          <a:p>
            <a:r>
              <a:rPr lang="en-IN"/>
              <a:t/>
            </a:r>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42"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66ECDA92-8C99-463D-93A4-34D5BE290B6C}" type="slidenum">
              <a:t>&lt;#&gt;</a:t>
            </a:fld>
          </a:p>
        </p:txBody>
      </p:sp>
      <p:sp>
        <p:nvSpPr>
          <p:cNvPr id="5" name="PlaceHolder 4"/>
          <p:cNvSpPr>
            <a:spLocks noGrp="1"/>
          </p:cNvSpPr>
          <p:nvPr>
            <p:ph type="dt" idx="27"/>
          </p:nvPr>
        </p:nvSpPr>
        <p:spPr/>
        <p:txBody>
          <a:bodyPr/>
          <a:p>
            <a:r>
              <a:rPr lang="en-IN"/>
              <a:t/>
            </a:r>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43" name="PlaceHolder 1"/>
          <p:cNvSpPr>
            <a:spLocks noGrp="1"/>
          </p:cNvSpPr>
          <p:nvPr>
            <p:ph type="subTitle"/>
          </p:nvPr>
        </p:nvSpPr>
        <p:spPr>
          <a:xfrm>
            <a:off x="504000" y="226080"/>
            <a:ext cx="9069840" cy="438012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DC738D3D-625F-4F46-B032-754F3609AFEF}" type="slidenum">
              <a:t>&lt;#&gt;</a:t>
            </a:fld>
          </a:p>
        </p:txBody>
      </p:sp>
      <p:sp>
        <p:nvSpPr>
          <p:cNvPr id="5" name="PlaceHolder 4"/>
          <p:cNvSpPr>
            <a:spLocks noGrp="1"/>
          </p:cNvSpPr>
          <p:nvPr>
            <p:ph type="dt" idx="27"/>
          </p:nvPr>
        </p:nvSpPr>
        <p:spPr/>
        <p:txBody>
          <a:bodyPr/>
          <a:p>
            <a:r>
              <a:rPr lang="en-IN"/>
              <a:t/>
            </a:r>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44"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45"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46" name="PlaceHolder 3"/>
          <p:cNvSpPr>
            <a:spLocks noGrp="1"/>
          </p:cNvSpPr>
          <p:nvPr>
            <p:ph/>
          </p:nvPr>
        </p:nvSpPr>
        <p:spPr>
          <a:xfrm>
            <a:off x="104364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347"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25"/>
          </p:nvPr>
        </p:nvSpPr>
        <p:spPr/>
        <p:txBody>
          <a:bodyPr/>
          <a:p>
            <a:r>
              <a:t>Footer</a:t>
            </a:r>
          </a:p>
        </p:txBody>
      </p:sp>
      <p:sp>
        <p:nvSpPr>
          <p:cNvPr id="7" name="PlaceHolder 6"/>
          <p:cNvSpPr>
            <a:spLocks noGrp="1"/>
          </p:cNvSpPr>
          <p:nvPr>
            <p:ph type="sldNum" idx="26"/>
          </p:nvPr>
        </p:nvSpPr>
        <p:spPr/>
        <p:txBody>
          <a:bodyPr/>
          <a:p>
            <a:fld id="{33E724A8-2037-4E43-85C1-BE499080A83D}" type="slidenum">
              <a:t>&lt;#&gt;</a:t>
            </a:fld>
          </a:p>
        </p:txBody>
      </p:sp>
      <p:sp>
        <p:nvSpPr>
          <p:cNvPr id="8" name="PlaceHolder 7"/>
          <p:cNvSpPr>
            <a:spLocks noGrp="1"/>
          </p:cNvSpPr>
          <p:nvPr>
            <p:ph type="dt" idx="27"/>
          </p:nvPr>
        </p:nvSpPr>
        <p:spPr/>
        <p:txBody>
          <a:bodyPr/>
          <a:p>
            <a:r>
              <a:rPr lang="en-IN"/>
              <a:t/>
            </a:r>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48"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49" name="PlaceHolder 2"/>
          <p:cNvSpPr>
            <a:spLocks noGrp="1"/>
          </p:cNvSpPr>
          <p:nvPr>
            <p:ph/>
          </p:nvPr>
        </p:nvSpPr>
        <p:spPr>
          <a:xfrm>
            <a:off x="504000" y="1326600"/>
            <a:ext cx="513720" cy="3286440"/>
          </a:xfrm>
          <a:prstGeom prst="rect">
            <a:avLst/>
          </a:prstGeom>
          <a:noFill/>
          <a:ln w="0">
            <a:noFill/>
          </a:ln>
        </p:spPr>
        <p:txBody>
          <a:bodyPr lIns="0" rIns="0" tIns="0" bIns="0" anchor="t">
            <a:normAutofit fontScale="65000"/>
          </a:bodyPr>
          <a:p>
            <a:pPr indent="0">
              <a:spcBef>
                <a:spcPts val="1417"/>
              </a:spcBef>
              <a:buNone/>
            </a:pPr>
            <a:endParaRPr b="0" lang="en-IN" sz="3200" spc="-1" strike="noStrike">
              <a:solidFill>
                <a:srgbClr val="000000"/>
              </a:solidFill>
              <a:latin typeface="Arial"/>
            </a:endParaRPr>
          </a:p>
        </p:txBody>
      </p:sp>
      <p:sp>
        <p:nvSpPr>
          <p:cNvPr id="350"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51" name="PlaceHolder 4"/>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25"/>
          </p:nvPr>
        </p:nvSpPr>
        <p:spPr/>
        <p:txBody>
          <a:bodyPr/>
          <a:p>
            <a:r>
              <a:t>Footer</a:t>
            </a:r>
          </a:p>
        </p:txBody>
      </p:sp>
      <p:sp>
        <p:nvSpPr>
          <p:cNvPr id="7" name="PlaceHolder 6"/>
          <p:cNvSpPr>
            <a:spLocks noGrp="1"/>
          </p:cNvSpPr>
          <p:nvPr>
            <p:ph type="sldNum" idx="26"/>
          </p:nvPr>
        </p:nvSpPr>
        <p:spPr/>
        <p:txBody>
          <a:bodyPr/>
          <a:p>
            <a:fld id="{EC25E23F-2900-4E35-A11B-9794DE9278A7}" type="slidenum">
              <a:t>&lt;#&gt;</a:t>
            </a:fld>
          </a:p>
        </p:txBody>
      </p:sp>
      <p:sp>
        <p:nvSpPr>
          <p:cNvPr id="8" name="PlaceHolder 7"/>
          <p:cNvSpPr>
            <a:spLocks noGrp="1"/>
          </p:cNvSpPr>
          <p:nvPr>
            <p:ph type="dt" idx="27"/>
          </p:nvPr>
        </p:nvSpPr>
        <p:spPr/>
        <p:txBody>
          <a:bodyPr/>
          <a:p>
            <a:r>
              <a:rPr lang="en-IN"/>
              <a:t/>
            </a:r>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52"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53"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54"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55" name="PlaceHolder 4"/>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25"/>
          </p:nvPr>
        </p:nvSpPr>
        <p:spPr/>
        <p:txBody>
          <a:bodyPr/>
          <a:p>
            <a:r>
              <a:t>Footer</a:t>
            </a:r>
          </a:p>
        </p:txBody>
      </p:sp>
      <p:sp>
        <p:nvSpPr>
          <p:cNvPr id="7" name="PlaceHolder 6"/>
          <p:cNvSpPr>
            <a:spLocks noGrp="1"/>
          </p:cNvSpPr>
          <p:nvPr>
            <p:ph type="sldNum" idx="26"/>
          </p:nvPr>
        </p:nvSpPr>
        <p:spPr/>
        <p:txBody>
          <a:bodyPr/>
          <a:p>
            <a:fld id="{E00C9FAF-436B-4FBA-A47A-D189C598AB8C}" type="slidenum">
              <a:t>&lt;#&gt;</a:t>
            </a:fld>
          </a:p>
        </p:txBody>
      </p:sp>
      <p:sp>
        <p:nvSpPr>
          <p:cNvPr id="8" name="PlaceHolder 7"/>
          <p:cNvSpPr>
            <a:spLocks noGrp="1"/>
          </p:cNvSpPr>
          <p:nvPr>
            <p:ph type="dt" idx="27"/>
          </p:nvPr>
        </p:nvSpPr>
        <p:spPr/>
        <p:txBody>
          <a:bodyPr/>
          <a:p>
            <a:r>
              <a:rPr lang="en-IN"/>
              <a:t/>
            </a:r>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56"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57" name="PlaceHolder 2"/>
          <p:cNvSpPr>
            <a:spLocks noGrp="1"/>
          </p:cNvSpPr>
          <p:nvPr>
            <p:ph/>
          </p:nvPr>
        </p:nvSpPr>
        <p:spPr>
          <a:xfrm>
            <a:off x="504000" y="132660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358" name="PlaceHolder 3"/>
          <p:cNvSpPr>
            <a:spLocks noGrp="1"/>
          </p:cNvSpPr>
          <p:nvPr>
            <p:ph/>
          </p:nvPr>
        </p:nvSpPr>
        <p:spPr>
          <a:xfrm>
            <a:off x="504000" y="3043440"/>
            <a:ext cx="1053360" cy="1567440"/>
          </a:xfrm>
          <a:prstGeom prst="rect">
            <a:avLst/>
          </a:prstGeom>
          <a:noFill/>
          <a:ln w="0">
            <a:noFill/>
          </a:ln>
        </p:spPr>
        <p:txBody>
          <a:bodyPr lIns="0" rIns="0" tIns="0" bIns="0" anchor="t">
            <a:normAutofit fontScale="85000"/>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25"/>
          </p:nvPr>
        </p:nvSpPr>
        <p:spPr/>
        <p:txBody>
          <a:bodyPr/>
          <a:p>
            <a:r>
              <a:t>Footer</a:t>
            </a:r>
          </a:p>
        </p:txBody>
      </p:sp>
      <p:sp>
        <p:nvSpPr>
          <p:cNvPr id="6" name="PlaceHolder 5"/>
          <p:cNvSpPr>
            <a:spLocks noGrp="1"/>
          </p:cNvSpPr>
          <p:nvPr>
            <p:ph type="sldNum" idx="26"/>
          </p:nvPr>
        </p:nvSpPr>
        <p:spPr/>
        <p:txBody>
          <a:bodyPr/>
          <a:p>
            <a:fld id="{EC97C08F-213B-40A5-A7D2-C5BDEA7E2D44}" type="slidenum">
              <a:t>&lt;#&gt;</a:t>
            </a:fld>
          </a:p>
        </p:txBody>
      </p:sp>
      <p:sp>
        <p:nvSpPr>
          <p:cNvPr id="7" name="PlaceHolder 6"/>
          <p:cNvSpPr>
            <a:spLocks noGrp="1"/>
          </p:cNvSpPr>
          <p:nvPr>
            <p:ph type="dt" idx="27"/>
          </p:nvPr>
        </p:nvSpPr>
        <p:spPr/>
        <p:txBody>
          <a:bodyPr/>
          <a:p>
            <a:r>
              <a:rPr lang="en-IN"/>
              <a:t/>
            </a:r>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60" name="PlaceHolder 2"/>
          <p:cNvSpPr>
            <a:spLocks noGrp="1"/>
          </p:cNvSpPr>
          <p:nvPr>
            <p:ph/>
          </p:nvPr>
        </p:nvSpPr>
        <p:spPr>
          <a:xfrm>
            <a:off x="50400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61" name="PlaceHolder 3"/>
          <p:cNvSpPr>
            <a:spLocks noGrp="1"/>
          </p:cNvSpPr>
          <p:nvPr>
            <p:ph/>
          </p:nvPr>
        </p:nvSpPr>
        <p:spPr>
          <a:xfrm>
            <a:off x="1043640" y="132660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62" name="PlaceHolder 4"/>
          <p:cNvSpPr>
            <a:spLocks noGrp="1"/>
          </p:cNvSpPr>
          <p:nvPr>
            <p:ph/>
          </p:nvPr>
        </p:nvSpPr>
        <p:spPr>
          <a:xfrm>
            <a:off x="50400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363" name="PlaceHolder 5"/>
          <p:cNvSpPr>
            <a:spLocks noGrp="1"/>
          </p:cNvSpPr>
          <p:nvPr>
            <p:ph/>
          </p:nvPr>
        </p:nvSpPr>
        <p:spPr>
          <a:xfrm>
            <a:off x="1043640" y="3043440"/>
            <a:ext cx="513720" cy="1567440"/>
          </a:xfrm>
          <a:prstGeom prst="rect">
            <a:avLst/>
          </a:prstGeom>
          <a:noFill/>
          <a:ln w="0">
            <a:noFill/>
          </a:ln>
        </p:spPr>
        <p:txBody>
          <a:bodyPr lIns="0" rIns="0" tIns="0" bIns="0" anchor="t">
            <a:normAutofit fontScale="48000"/>
          </a:bodyPr>
          <a:p>
            <a:pPr indent="0">
              <a:spcBef>
                <a:spcPts val="1417"/>
              </a:spcBef>
              <a:buNone/>
            </a:pPr>
            <a:endParaRPr b="0" lang="en-IN" sz="3200" spc="-1" strike="noStrike">
              <a:solidFill>
                <a:srgbClr val="000000"/>
              </a:solidFill>
              <a:latin typeface="Arial"/>
            </a:endParaRPr>
          </a:p>
        </p:txBody>
      </p:sp>
      <p:sp>
        <p:nvSpPr>
          <p:cNvPr id="7" name="PlaceHolder 6"/>
          <p:cNvSpPr>
            <a:spLocks noGrp="1"/>
          </p:cNvSpPr>
          <p:nvPr>
            <p:ph type="ftr" idx="25"/>
          </p:nvPr>
        </p:nvSpPr>
        <p:spPr/>
        <p:txBody>
          <a:bodyPr/>
          <a:p>
            <a:r>
              <a:t>Footer</a:t>
            </a:r>
          </a:p>
        </p:txBody>
      </p:sp>
      <p:sp>
        <p:nvSpPr>
          <p:cNvPr id="8" name="PlaceHolder 7"/>
          <p:cNvSpPr>
            <a:spLocks noGrp="1"/>
          </p:cNvSpPr>
          <p:nvPr>
            <p:ph type="sldNum" idx="26"/>
          </p:nvPr>
        </p:nvSpPr>
        <p:spPr/>
        <p:txBody>
          <a:bodyPr/>
          <a:p>
            <a:fld id="{C7A64E06-AAC3-4371-93D0-E0E95F60267A}" type="slidenum">
              <a:t>&lt;#&gt;</a:t>
            </a:fld>
          </a:p>
        </p:txBody>
      </p:sp>
      <p:sp>
        <p:nvSpPr>
          <p:cNvPr id="9" name="PlaceHolder 8"/>
          <p:cNvSpPr>
            <a:spLocks noGrp="1"/>
          </p:cNvSpPr>
          <p:nvPr>
            <p:ph type="dt" idx="27"/>
          </p:nvPr>
        </p:nvSpPr>
        <p:spPr/>
        <p:txBody>
          <a:bodyPr/>
          <a:p>
            <a:r>
              <a:rPr lang="en-IN"/>
              <a:t/>
            </a:r>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64"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65" name="PlaceHolder 2"/>
          <p:cNvSpPr>
            <a:spLocks noGrp="1"/>
          </p:cNvSpPr>
          <p:nvPr>
            <p:ph/>
          </p:nvPr>
        </p:nvSpPr>
        <p:spPr>
          <a:xfrm>
            <a:off x="50400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66" name="PlaceHolder 3"/>
          <p:cNvSpPr>
            <a:spLocks noGrp="1"/>
          </p:cNvSpPr>
          <p:nvPr>
            <p:ph/>
          </p:nvPr>
        </p:nvSpPr>
        <p:spPr>
          <a:xfrm>
            <a:off x="86004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67" name="PlaceHolder 4"/>
          <p:cNvSpPr>
            <a:spLocks noGrp="1"/>
          </p:cNvSpPr>
          <p:nvPr>
            <p:ph/>
          </p:nvPr>
        </p:nvSpPr>
        <p:spPr>
          <a:xfrm>
            <a:off x="1216080" y="132660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68" name="PlaceHolder 5"/>
          <p:cNvSpPr>
            <a:spLocks noGrp="1"/>
          </p:cNvSpPr>
          <p:nvPr>
            <p:ph/>
          </p:nvPr>
        </p:nvSpPr>
        <p:spPr>
          <a:xfrm>
            <a:off x="50400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69" name="PlaceHolder 6"/>
          <p:cNvSpPr>
            <a:spLocks noGrp="1"/>
          </p:cNvSpPr>
          <p:nvPr>
            <p:ph/>
          </p:nvPr>
        </p:nvSpPr>
        <p:spPr>
          <a:xfrm>
            <a:off x="86004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370" name="PlaceHolder 7"/>
          <p:cNvSpPr>
            <a:spLocks noGrp="1"/>
          </p:cNvSpPr>
          <p:nvPr>
            <p:ph/>
          </p:nvPr>
        </p:nvSpPr>
        <p:spPr>
          <a:xfrm>
            <a:off x="1216080" y="3043440"/>
            <a:ext cx="338760" cy="1567440"/>
          </a:xfrm>
          <a:prstGeom prst="rect">
            <a:avLst/>
          </a:prstGeom>
          <a:noFill/>
          <a:ln w="0">
            <a:noFill/>
          </a:ln>
        </p:spPr>
        <p:txBody>
          <a:bodyPr lIns="0" rIns="0" tIns="0" bIns="0" anchor="t">
            <a:normAutofit fontScale="37000"/>
          </a:bodyPr>
          <a:p>
            <a:pPr indent="0">
              <a:spcBef>
                <a:spcPts val="1417"/>
              </a:spcBef>
              <a:buNone/>
            </a:pPr>
            <a:endParaRPr b="0" lang="en-IN" sz="3200" spc="-1" strike="noStrike">
              <a:solidFill>
                <a:srgbClr val="000000"/>
              </a:solidFill>
              <a:latin typeface="Arial"/>
            </a:endParaRPr>
          </a:p>
        </p:txBody>
      </p:sp>
      <p:sp>
        <p:nvSpPr>
          <p:cNvPr id="9" name="PlaceHolder 8"/>
          <p:cNvSpPr>
            <a:spLocks noGrp="1"/>
          </p:cNvSpPr>
          <p:nvPr>
            <p:ph type="ftr" idx="25"/>
          </p:nvPr>
        </p:nvSpPr>
        <p:spPr/>
        <p:txBody>
          <a:bodyPr/>
          <a:p>
            <a:r>
              <a:t>Footer</a:t>
            </a:r>
          </a:p>
        </p:txBody>
      </p:sp>
      <p:sp>
        <p:nvSpPr>
          <p:cNvPr id="10" name="PlaceHolder 9"/>
          <p:cNvSpPr>
            <a:spLocks noGrp="1"/>
          </p:cNvSpPr>
          <p:nvPr>
            <p:ph type="sldNum" idx="26"/>
          </p:nvPr>
        </p:nvSpPr>
        <p:spPr/>
        <p:txBody>
          <a:bodyPr/>
          <a:p>
            <a:fld id="{E8978339-87D8-455A-92D8-A01106867AE1}" type="slidenum">
              <a:t>&lt;#&gt;</a:t>
            </a:fld>
          </a:p>
        </p:txBody>
      </p:sp>
      <p:sp>
        <p:nvSpPr>
          <p:cNvPr id="11" name="PlaceHolder 10"/>
          <p:cNvSpPr>
            <a:spLocks noGrp="1"/>
          </p:cNvSpPr>
          <p:nvPr>
            <p:ph type="dt" idx="27"/>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9" Type="http://schemas.openxmlformats.org/officeDocument/2006/relationships/slideLayout" Target="../slideLayouts/slideLayout104.xml"/><Relationship Id="rId10" Type="http://schemas.openxmlformats.org/officeDocument/2006/relationships/slideLayout" Target="../slideLayouts/slideLayout105.xml"/><Relationship Id="rId11" Type="http://schemas.openxmlformats.org/officeDocument/2006/relationships/slideLayout" Target="../slideLayouts/slideLayout106.xml"/><Relationship Id="rId12" Type="http://schemas.openxmlformats.org/officeDocument/2006/relationships/slideLayout" Target="../slideLayouts/slideLayout107.xml"/><Relationship Id="rId13" Type="http://schemas.openxmlformats.org/officeDocument/2006/relationships/slideLayout" Target="../slideLayouts/slideLayout10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ftr" idx="1"/>
          </p:nvPr>
        </p:nvSpPr>
        <p:spPr>
          <a:xfrm>
            <a:off x="3447360" y="5165280"/>
            <a:ext cx="3193200" cy="38880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 name="PlaceHolder 2"/>
          <p:cNvSpPr>
            <a:spLocks noGrp="1"/>
          </p:cNvSpPr>
          <p:nvPr>
            <p:ph type="sldNum" idx="2"/>
          </p:nvPr>
        </p:nvSpPr>
        <p:spPr>
          <a:xfrm>
            <a:off x="7227360" y="5165280"/>
            <a:ext cx="2346480" cy="38880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Times New Roman"/>
              </a:defRPr>
            </a:lvl1pPr>
          </a:lstStyle>
          <a:p>
            <a:pPr indent="0" algn="r">
              <a:lnSpc>
                <a:spcPct val="100000"/>
              </a:lnSpc>
              <a:buNone/>
              <a:tabLst>
                <a:tab algn="l" pos="0"/>
              </a:tabLst>
            </a:pPr>
            <a:fld id="{FDE93791-9B5B-4C91-9B32-B3BE79A1182A}"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
        <p:nvSpPr>
          <p:cNvPr id="2" name="PlaceHolder 3"/>
          <p:cNvSpPr>
            <a:spLocks noGrp="1"/>
          </p:cNvSpPr>
          <p:nvPr>
            <p:ph type="dt" idx="3"/>
          </p:nvPr>
        </p:nvSpPr>
        <p:spPr>
          <a:xfrm>
            <a:off x="504000" y="5165280"/>
            <a:ext cx="2346480" cy="38880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3"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4"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ftr" idx="4"/>
          </p:nvPr>
        </p:nvSpPr>
        <p:spPr>
          <a:xfrm>
            <a:off x="3447360" y="5165280"/>
            <a:ext cx="3193200" cy="38880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2" name="PlaceHolder 2"/>
          <p:cNvSpPr>
            <a:spLocks noGrp="1"/>
          </p:cNvSpPr>
          <p:nvPr>
            <p:ph type="sldNum" idx="5"/>
          </p:nvPr>
        </p:nvSpPr>
        <p:spPr>
          <a:xfrm>
            <a:off x="7227360" y="5165280"/>
            <a:ext cx="2346480" cy="38880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Times New Roman"/>
              </a:defRPr>
            </a:lvl1pPr>
          </a:lstStyle>
          <a:p>
            <a:pPr indent="0" algn="r">
              <a:lnSpc>
                <a:spcPct val="100000"/>
              </a:lnSpc>
              <a:buNone/>
              <a:tabLst>
                <a:tab algn="l" pos="0"/>
              </a:tabLst>
            </a:pPr>
            <a:fld id="{749D4BDB-03E5-4187-ACF9-7F84E85C2764}"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
        <p:nvSpPr>
          <p:cNvPr id="43" name="PlaceHolder 3"/>
          <p:cNvSpPr>
            <a:spLocks noGrp="1"/>
          </p:cNvSpPr>
          <p:nvPr>
            <p:ph type="dt" idx="6"/>
          </p:nvPr>
        </p:nvSpPr>
        <p:spPr>
          <a:xfrm>
            <a:off x="504000" y="5165280"/>
            <a:ext cx="2346480" cy="38880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44"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45"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buNone/>
            </a:pPr>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83" name="PlaceHolder 2"/>
          <p:cNvSpPr>
            <a:spLocks noGrp="1"/>
          </p:cNvSpPr>
          <p:nvPr>
            <p:ph type="body"/>
          </p:nvPr>
        </p:nvSpPr>
        <p:spPr>
          <a:xfrm>
            <a:off x="504000" y="1326600"/>
            <a:ext cx="2158920" cy="3286440"/>
          </a:xfrm>
          <a:prstGeom prst="rect">
            <a:avLst/>
          </a:prstGeom>
          <a:noFill/>
          <a:ln w="0">
            <a:noFill/>
          </a:ln>
        </p:spPr>
        <p:txBody>
          <a:bodyPr lIns="0" rIns="0" tIns="0" bIns="0" anchor="t">
            <a:normAutofit fontScale="46000"/>
          </a:bodyPr>
          <a:p>
            <a:pPr marL="198720" indent="-149040">
              <a:spcBef>
                <a:spcPts val="1417"/>
              </a:spcBef>
              <a:buClr>
                <a:srgbClr val="000000"/>
              </a:buClr>
              <a:buSzPct val="45000"/>
              <a:buFont typeface="Wingdings" charset="2"/>
              <a:buChar char=""/>
            </a:pPr>
            <a:r>
              <a:rPr b="0" lang="en-IN" sz="1800" spc="-1" strike="noStrike">
                <a:solidFill>
                  <a:srgbClr val="000000"/>
                </a:solidFill>
                <a:latin typeface="Arial"/>
              </a:rPr>
              <a:t>Click to edit the outline text format</a:t>
            </a:r>
            <a:endParaRPr b="0" lang="en-IN" sz="1800" spc="-1" strike="noStrike">
              <a:solidFill>
                <a:srgbClr val="000000"/>
              </a:solidFill>
              <a:latin typeface="Arial"/>
            </a:endParaRPr>
          </a:p>
          <a:p>
            <a:pPr lvl="1" marL="397440" indent="-149040">
              <a:spcBef>
                <a:spcPts val="1134"/>
              </a:spcBef>
              <a:buClr>
                <a:srgbClr val="000000"/>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596160" indent="-132480">
              <a:spcBef>
                <a:spcPts val="850"/>
              </a:spcBef>
              <a:buClr>
                <a:srgbClr val="000000"/>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794880" indent="-99360">
              <a:spcBef>
                <a:spcPts val="567"/>
              </a:spcBef>
              <a:buClr>
                <a:srgbClr val="000000"/>
              </a:buClr>
              <a:buSzPct val="75000"/>
              <a:buFont typeface="Symbol" charset="2"/>
              <a:buChar char=""/>
            </a:pPr>
            <a:r>
              <a:rPr b="0" lang="en-IN" sz="1800" spc="-1" strike="noStrike">
                <a:solidFill>
                  <a:srgbClr val="000000"/>
                </a:solidFill>
                <a:latin typeface="Arial"/>
              </a:rPr>
              <a:t>Fourth Outline Level</a:t>
            </a:r>
            <a:endParaRPr b="0" lang="en-IN" sz="1800" spc="-1" strike="noStrike">
              <a:solidFill>
                <a:srgbClr val="000000"/>
              </a:solidFill>
              <a:latin typeface="Arial"/>
            </a:endParaRPr>
          </a:p>
          <a:p>
            <a:pPr lvl="4" marL="993600" indent="-99360">
              <a:spcBef>
                <a:spcPts val="283"/>
              </a:spcBef>
              <a:buClr>
                <a:srgbClr val="000000"/>
              </a:buClr>
              <a:buSzPct val="45000"/>
              <a:buFont typeface="Wingdings" charset="2"/>
              <a:buChar char=""/>
            </a:pPr>
            <a:r>
              <a:rPr b="0" lang="en-IN" sz="1800" spc="-1" strike="noStrike">
                <a:solidFill>
                  <a:srgbClr val="000000"/>
                </a:solidFill>
                <a:latin typeface="Arial"/>
              </a:rPr>
              <a:t>Fifth Outline Level</a:t>
            </a:r>
            <a:endParaRPr b="0" lang="en-IN" sz="1800" spc="-1" strike="noStrike">
              <a:solidFill>
                <a:srgbClr val="000000"/>
              </a:solidFill>
              <a:latin typeface="Arial"/>
            </a:endParaRPr>
          </a:p>
          <a:p>
            <a:pPr lvl="5" marL="1192320" indent="-99360">
              <a:spcBef>
                <a:spcPts val="283"/>
              </a:spcBef>
              <a:buClr>
                <a:srgbClr val="000000"/>
              </a:buClr>
              <a:buSzPct val="45000"/>
              <a:buFont typeface="Wingdings" charset="2"/>
              <a:buChar char=""/>
            </a:pPr>
            <a:r>
              <a:rPr b="0" lang="en-IN" sz="1800" spc="-1" strike="noStrike">
                <a:solidFill>
                  <a:srgbClr val="000000"/>
                </a:solidFill>
                <a:latin typeface="Arial"/>
              </a:rPr>
              <a:t>Sixth Outline Level</a:t>
            </a:r>
            <a:endParaRPr b="0" lang="en-IN" sz="1800" spc="-1" strike="noStrike">
              <a:solidFill>
                <a:srgbClr val="000000"/>
              </a:solidFill>
              <a:latin typeface="Arial"/>
            </a:endParaRPr>
          </a:p>
          <a:p>
            <a:pPr lvl="6" marL="1391040" indent="-99360">
              <a:spcBef>
                <a:spcPts val="283"/>
              </a:spcBef>
              <a:buClr>
                <a:srgbClr val="000000"/>
              </a:buClr>
              <a:buSzPct val="45000"/>
              <a:buFont typeface="Wingdings" charset="2"/>
              <a:buChar char=""/>
            </a:pPr>
            <a:r>
              <a:rPr b="0" lang="en-IN" sz="1800" spc="-1" strike="noStrike">
                <a:solidFill>
                  <a:srgbClr val="000000"/>
                </a:solidFill>
                <a:latin typeface="Arial"/>
              </a:rPr>
              <a:t>Seventh Outline Level</a:t>
            </a:r>
            <a:endParaRPr b="0" lang="en-IN" sz="1800" spc="-1" strike="noStrike">
              <a:solidFill>
                <a:srgbClr val="000000"/>
              </a:solidFill>
              <a:latin typeface="Arial"/>
            </a:endParaRPr>
          </a:p>
        </p:txBody>
      </p:sp>
      <p:sp>
        <p:nvSpPr>
          <p:cNvPr id="84" name="PlaceHolder 3"/>
          <p:cNvSpPr>
            <a:spLocks noGrp="1"/>
          </p:cNvSpPr>
          <p:nvPr>
            <p:ph type="ftr" idx="7"/>
          </p:nvPr>
        </p:nvSpPr>
        <p:spPr>
          <a:xfrm>
            <a:off x="3447360" y="5165280"/>
            <a:ext cx="3193200" cy="38880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85" name="PlaceHolder 4"/>
          <p:cNvSpPr>
            <a:spLocks noGrp="1"/>
          </p:cNvSpPr>
          <p:nvPr>
            <p:ph type="sldNum" idx="8"/>
          </p:nvPr>
        </p:nvSpPr>
        <p:spPr>
          <a:xfrm>
            <a:off x="7227360" y="5165280"/>
            <a:ext cx="2346480" cy="38880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Times New Roman"/>
              </a:defRPr>
            </a:lvl1pPr>
          </a:lstStyle>
          <a:p>
            <a:pPr indent="0" algn="r">
              <a:lnSpc>
                <a:spcPct val="100000"/>
              </a:lnSpc>
              <a:buNone/>
              <a:tabLst>
                <a:tab algn="l" pos="0"/>
              </a:tabLst>
            </a:pPr>
            <a:fld id="{778D994E-B8E4-427D-9907-E6C5B231C99A}"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
        <p:nvSpPr>
          <p:cNvPr id="86" name="PlaceHolder 5"/>
          <p:cNvSpPr>
            <a:spLocks noGrp="1"/>
          </p:cNvSpPr>
          <p:nvPr>
            <p:ph type="dt" idx="9"/>
          </p:nvPr>
        </p:nvSpPr>
        <p:spPr>
          <a:xfrm>
            <a:off x="504000" y="5165280"/>
            <a:ext cx="2346480" cy="38880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ftr" idx="10"/>
          </p:nvPr>
        </p:nvSpPr>
        <p:spPr>
          <a:xfrm>
            <a:off x="3447360" y="5165280"/>
            <a:ext cx="3193200" cy="38880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24" name="PlaceHolder 2"/>
          <p:cNvSpPr>
            <a:spLocks noGrp="1"/>
          </p:cNvSpPr>
          <p:nvPr>
            <p:ph type="sldNum" idx="11"/>
          </p:nvPr>
        </p:nvSpPr>
        <p:spPr>
          <a:xfrm>
            <a:off x="7227360" y="5165280"/>
            <a:ext cx="2346480" cy="38880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Times New Roman"/>
              </a:defRPr>
            </a:lvl1pPr>
          </a:lstStyle>
          <a:p>
            <a:pPr indent="0" algn="r">
              <a:lnSpc>
                <a:spcPct val="100000"/>
              </a:lnSpc>
              <a:buNone/>
              <a:tabLst>
                <a:tab algn="l" pos="0"/>
              </a:tabLst>
            </a:pPr>
            <a:fld id="{FBC0FCC5-55B8-457D-BB69-8B365050231F}"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
        <p:nvSpPr>
          <p:cNvPr id="125" name="PlaceHolder 3"/>
          <p:cNvSpPr>
            <a:spLocks noGrp="1"/>
          </p:cNvSpPr>
          <p:nvPr>
            <p:ph type="dt" idx="12"/>
          </p:nvPr>
        </p:nvSpPr>
        <p:spPr>
          <a:xfrm>
            <a:off x="504000" y="5165280"/>
            <a:ext cx="2346480" cy="38880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126"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127"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ftr" idx="13"/>
          </p:nvPr>
        </p:nvSpPr>
        <p:spPr>
          <a:xfrm>
            <a:off x="3447360" y="5165280"/>
            <a:ext cx="3193200" cy="38880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65" name="PlaceHolder 2"/>
          <p:cNvSpPr>
            <a:spLocks noGrp="1"/>
          </p:cNvSpPr>
          <p:nvPr>
            <p:ph type="sldNum" idx="14"/>
          </p:nvPr>
        </p:nvSpPr>
        <p:spPr>
          <a:xfrm>
            <a:off x="7227360" y="5165280"/>
            <a:ext cx="2346480" cy="38880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Times New Roman"/>
              </a:defRPr>
            </a:lvl1pPr>
          </a:lstStyle>
          <a:p>
            <a:pPr indent="0" algn="r">
              <a:lnSpc>
                <a:spcPct val="100000"/>
              </a:lnSpc>
              <a:buNone/>
              <a:tabLst>
                <a:tab algn="l" pos="0"/>
              </a:tabLst>
            </a:pPr>
            <a:fld id="{680A919B-578C-4657-BFC7-B6C7D20BD39C}"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
        <p:nvSpPr>
          <p:cNvPr id="166" name="PlaceHolder 3"/>
          <p:cNvSpPr>
            <a:spLocks noGrp="1"/>
          </p:cNvSpPr>
          <p:nvPr>
            <p:ph type="dt" idx="15"/>
          </p:nvPr>
        </p:nvSpPr>
        <p:spPr>
          <a:xfrm>
            <a:off x="504000" y="5165280"/>
            <a:ext cx="2346480" cy="38880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167"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168"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buNone/>
            </a:pPr>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206" name="PlaceHolder 2"/>
          <p:cNvSpPr>
            <a:spLocks noGrp="1"/>
          </p:cNvSpPr>
          <p:nvPr>
            <p:ph type="body"/>
          </p:nvPr>
        </p:nvSpPr>
        <p:spPr>
          <a:xfrm>
            <a:off x="504000" y="1326600"/>
            <a:ext cx="1053360" cy="3286440"/>
          </a:xfrm>
          <a:prstGeom prst="rect">
            <a:avLst/>
          </a:prstGeom>
          <a:noFill/>
          <a:ln w="0">
            <a:noFill/>
          </a:ln>
        </p:spPr>
        <p:txBody>
          <a:bodyPr lIns="0" rIns="0" tIns="0" bIns="0" anchor="t">
            <a:normAutofit fontScale="31000"/>
          </a:bodyPr>
          <a:p>
            <a:pPr marL="133920" indent="-100440">
              <a:spcBef>
                <a:spcPts val="1417"/>
              </a:spcBef>
              <a:buClr>
                <a:srgbClr val="000000"/>
              </a:buClr>
              <a:buSzPct val="45000"/>
              <a:buFont typeface="Wingdings" charset="2"/>
              <a:buChar char=""/>
            </a:pPr>
            <a:r>
              <a:rPr b="0" lang="en-IN" sz="1800" spc="-1" strike="noStrike">
                <a:solidFill>
                  <a:srgbClr val="000000"/>
                </a:solidFill>
                <a:latin typeface="Arial"/>
              </a:rPr>
              <a:t>Click to edit the outline text format</a:t>
            </a:r>
            <a:endParaRPr b="0" lang="en-IN" sz="1800" spc="-1" strike="noStrike">
              <a:solidFill>
                <a:srgbClr val="000000"/>
              </a:solidFill>
              <a:latin typeface="Arial"/>
            </a:endParaRPr>
          </a:p>
          <a:p>
            <a:pPr lvl="1" marL="267840" indent="-100440">
              <a:spcBef>
                <a:spcPts val="1134"/>
              </a:spcBef>
              <a:buClr>
                <a:srgbClr val="000000"/>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401760" indent="-89280">
              <a:spcBef>
                <a:spcPts val="850"/>
              </a:spcBef>
              <a:buClr>
                <a:srgbClr val="000000"/>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535680" indent="-66960">
              <a:spcBef>
                <a:spcPts val="567"/>
              </a:spcBef>
              <a:buClr>
                <a:srgbClr val="000000"/>
              </a:buClr>
              <a:buSzPct val="75000"/>
              <a:buFont typeface="Symbol" charset="2"/>
              <a:buChar char=""/>
            </a:pPr>
            <a:r>
              <a:rPr b="0" lang="en-IN" sz="1800" spc="-1" strike="noStrike">
                <a:solidFill>
                  <a:srgbClr val="000000"/>
                </a:solidFill>
                <a:latin typeface="Arial"/>
              </a:rPr>
              <a:t>Fourth Outline Level</a:t>
            </a:r>
            <a:endParaRPr b="0" lang="en-IN" sz="1800" spc="-1" strike="noStrike">
              <a:solidFill>
                <a:srgbClr val="000000"/>
              </a:solidFill>
              <a:latin typeface="Arial"/>
            </a:endParaRPr>
          </a:p>
          <a:p>
            <a:pPr lvl="4" marL="669600" indent="-66960">
              <a:spcBef>
                <a:spcPts val="283"/>
              </a:spcBef>
              <a:buClr>
                <a:srgbClr val="000000"/>
              </a:buClr>
              <a:buSzPct val="45000"/>
              <a:buFont typeface="Wingdings" charset="2"/>
              <a:buChar char=""/>
            </a:pPr>
            <a:r>
              <a:rPr b="0" lang="en-IN" sz="1800" spc="-1" strike="noStrike">
                <a:solidFill>
                  <a:srgbClr val="000000"/>
                </a:solidFill>
                <a:latin typeface="Arial"/>
              </a:rPr>
              <a:t>Fifth Outline Level</a:t>
            </a:r>
            <a:endParaRPr b="0" lang="en-IN" sz="1800" spc="-1" strike="noStrike">
              <a:solidFill>
                <a:srgbClr val="000000"/>
              </a:solidFill>
              <a:latin typeface="Arial"/>
            </a:endParaRPr>
          </a:p>
          <a:p>
            <a:pPr lvl="5" marL="803520" indent="-66960">
              <a:spcBef>
                <a:spcPts val="283"/>
              </a:spcBef>
              <a:buClr>
                <a:srgbClr val="000000"/>
              </a:buClr>
              <a:buSzPct val="45000"/>
              <a:buFont typeface="Wingdings" charset="2"/>
              <a:buChar char=""/>
            </a:pPr>
            <a:r>
              <a:rPr b="0" lang="en-IN" sz="1800" spc="-1" strike="noStrike">
                <a:solidFill>
                  <a:srgbClr val="000000"/>
                </a:solidFill>
                <a:latin typeface="Arial"/>
              </a:rPr>
              <a:t>Sixth Outline Level</a:t>
            </a:r>
            <a:endParaRPr b="0" lang="en-IN" sz="1800" spc="-1" strike="noStrike">
              <a:solidFill>
                <a:srgbClr val="000000"/>
              </a:solidFill>
              <a:latin typeface="Arial"/>
            </a:endParaRPr>
          </a:p>
          <a:p>
            <a:pPr lvl="6" marL="937440" indent="-66960">
              <a:spcBef>
                <a:spcPts val="283"/>
              </a:spcBef>
              <a:buClr>
                <a:srgbClr val="000000"/>
              </a:buClr>
              <a:buSzPct val="45000"/>
              <a:buFont typeface="Wingdings" charset="2"/>
              <a:buChar char=""/>
            </a:pPr>
            <a:r>
              <a:rPr b="0" lang="en-IN" sz="1800" spc="-1" strike="noStrike">
                <a:solidFill>
                  <a:srgbClr val="000000"/>
                </a:solidFill>
                <a:latin typeface="Arial"/>
              </a:rPr>
              <a:t>Seventh Outline Level</a:t>
            </a:r>
            <a:endParaRPr b="0" lang="en-IN" sz="1800" spc="-1" strike="noStrike">
              <a:solidFill>
                <a:srgbClr val="000000"/>
              </a:solidFill>
              <a:latin typeface="Arial"/>
            </a:endParaRPr>
          </a:p>
        </p:txBody>
      </p:sp>
      <p:sp>
        <p:nvSpPr>
          <p:cNvPr id="207" name="PlaceHolder 3"/>
          <p:cNvSpPr>
            <a:spLocks noGrp="1"/>
          </p:cNvSpPr>
          <p:nvPr>
            <p:ph type="body"/>
          </p:nvPr>
        </p:nvSpPr>
        <p:spPr>
          <a:xfrm>
            <a:off x="1610640" y="1326600"/>
            <a:ext cx="1053360" cy="3286440"/>
          </a:xfrm>
          <a:prstGeom prst="rect">
            <a:avLst/>
          </a:prstGeom>
          <a:noFill/>
          <a:ln w="0">
            <a:noFill/>
          </a:ln>
        </p:spPr>
        <p:txBody>
          <a:bodyPr lIns="0" rIns="0" tIns="0" bIns="0" anchor="t">
            <a:normAutofit fontScale="31000"/>
          </a:bodyPr>
          <a:p>
            <a:pPr marL="133920" indent="-100440">
              <a:spcBef>
                <a:spcPts val="1417"/>
              </a:spcBef>
              <a:buClr>
                <a:srgbClr val="000000"/>
              </a:buClr>
              <a:buSzPct val="45000"/>
              <a:buFont typeface="Wingdings" charset="2"/>
              <a:buChar char=""/>
            </a:pPr>
            <a:r>
              <a:rPr b="0" lang="en-IN" sz="1800" spc="-1" strike="noStrike">
                <a:solidFill>
                  <a:srgbClr val="000000"/>
                </a:solidFill>
                <a:latin typeface="Arial"/>
              </a:rPr>
              <a:t>Click to edit the outline text format</a:t>
            </a:r>
            <a:endParaRPr b="0" lang="en-IN" sz="1800" spc="-1" strike="noStrike">
              <a:solidFill>
                <a:srgbClr val="000000"/>
              </a:solidFill>
              <a:latin typeface="Arial"/>
            </a:endParaRPr>
          </a:p>
          <a:p>
            <a:pPr lvl="1" marL="267840" indent="-100440">
              <a:spcBef>
                <a:spcPts val="1134"/>
              </a:spcBef>
              <a:buClr>
                <a:srgbClr val="000000"/>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401760" indent="-89280">
              <a:spcBef>
                <a:spcPts val="850"/>
              </a:spcBef>
              <a:buClr>
                <a:srgbClr val="000000"/>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535680" indent="-66960">
              <a:spcBef>
                <a:spcPts val="567"/>
              </a:spcBef>
              <a:buClr>
                <a:srgbClr val="000000"/>
              </a:buClr>
              <a:buSzPct val="75000"/>
              <a:buFont typeface="Symbol" charset="2"/>
              <a:buChar char=""/>
            </a:pPr>
            <a:r>
              <a:rPr b="0" lang="en-IN" sz="1800" spc="-1" strike="noStrike">
                <a:solidFill>
                  <a:srgbClr val="000000"/>
                </a:solidFill>
                <a:latin typeface="Arial"/>
              </a:rPr>
              <a:t>Fourth Outline Level</a:t>
            </a:r>
            <a:endParaRPr b="0" lang="en-IN" sz="1800" spc="-1" strike="noStrike">
              <a:solidFill>
                <a:srgbClr val="000000"/>
              </a:solidFill>
              <a:latin typeface="Arial"/>
            </a:endParaRPr>
          </a:p>
          <a:p>
            <a:pPr lvl="4" marL="669600" indent="-66960">
              <a:spcBef>
                <a:spcPts val="283"/>
              </a:spcBef>
              <a:buClr>
                <a:srgbClr val="000000"/>
              </a:buClr>
              <a:buSzPct val="45000"/>
              <a:buFont typeface="Wingdings" charset="2"/>
              <a:buChar char=""/>
            </a:pPr>
            <a:r>
              <a:rPr b="0" lang="en-IN" sz="1800" spc="-1" strike="noStrike">
                <a:solidFill>
                  <a:srgbClr val="000000"/>
                </a:solidFill>
                <a:latin typeface="Arial"/>
              </a:rPr>
              <a:t>Fifth Outline Level</a:t>
            </a:r>
            <a:endParaRPr b="0" lang="en-IN" sz="1800" spc="-1" strike="noStrike">
              <a:solidFill>
                <a:srgbClr val="000000"/>
              </a:solidFill>
              <a:latin typeface="Arial"/>
            </a:endParaRPr>
          </a:p>
          <a:p>
            <a:pPr lvl="5" marL="803520" indent="-66960">
              <a:spcBef>
                <a:spcPts val="283"/>
              </a:spcBef>
              <a:buClr>
                <a:srgbClr val="000000"/>
              </a:buClr>
              <a:buSzPct val="45000"/>
              <a:buFont typeface="Wingdings" charset="2"/>
              <a:buChar char=""/>
            </a:pPr>
            <a:r>
              <a:rPr b="0" lang="en-IN" sz="1800" spc="-1" strike="noStrike">
                <a:solidFill>
                  <a:srgbClr val="000000"/>
                </a:solidFill>
                <a:latin typeface="Arial"/>
              </a:rPr>
              <a:t>Sixth Outline Level</a:t>
            </a:r>
            <a:endParaRPr b="0" lang="en-IN" sz="1800" spc="-1" strike="noStrike">
              <a:solidFill>
                <a:srgbClr val="000000"/>
              </a:solidFill>
              <a:latin typeface="Arial"/>
            </a:endParaRPr>
          </a:p>
          <a:p>
            <a:pPr lvl="6" marL="937440" indent="-66960">
              <a:spcBef>
                <a:spcPts val="283"/>
              </a:spcBef>
              <a:buClr>
                <a:srgbClr val="000000"/>
              </a:buClr>
              <a:buSzPct val="45000"/>
              <a:buFont typeface="Wingdings" charset="2"/>
              <a:buChar char=""/>
            </a:pPr>
            <a:r>
              <a:rPr b="0" lang="en-IN" sz="1800" spc="-1" strike="noStrike">
                <a:solidFill>
                  <a:srgbClr val="000000"/>
                </a:solidFill>
                <a:latin typeface="Arial"/>
              </a:rPr>
              <a:t>Seventh Outline Level</a:t>
            </a:r>
            <a:endParaRPr b="0" lang="en-IN" sz="1800" spc="-1" strike="noStrike">
              <a:solidFill>
                <a:srgbClr val="000000"/>
              </a:solidFill>
              <a:latin typeface="Arial"/>
            </a:endParaRPr>
          </a:p>
        </p:txBody>
      </p:sp>
      <p:sp>
        <p:nvSpPr>
          <p:cNvPr id="208" name="PlaceHolder 4"/>
          <p:cNvSpPr>
            <a:spLocks noGrp="1"/>
          </p:cNvSpPr>
          <p:nvPr>
            <p:ph type="ftr" idx="16"/>
          </p:nvPr>
        </p:nvSpPr>
        <p:spPr>
          <a:xfrm>
            <a:off x="3447360" y="5165280"/>
            <a:ext cx="3193200" cy="38880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09" name="PlaceHolder 5"/>
          <p:cNvSpPr>
            <a:spLocks noGrp="1"/>
          </p:cNvSpPr>
          <p:nvPr>
            <p:ph type="sldNum" idx="17"/>
          </p:nvPr>
        </p:nvSpPr>
        <p:spPr>
          <a:xfrm>
            <a:off x="7227360" y="5165280"/>
            <a:ext cx="2346480" cy="38880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Times New Roman"/>
              </a:defRPr>
            </a:lvl1pPr>
          </a:lstStyle>
          <a:p>
            <a:pPr indent="0" algn="r">
              <a:lnSpc>
                <a:spcPct val="100000"/>
              </a:lnSpc>
              <a:buNone/>
              <a:tabLst>
                <a:tab algn="l" pos="0"/>
              </a:tabLst>
            </a:pPr>
            <a:fld id="{25E6AE3C-2EC9-430D-AB83-1D054D977704}"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
        <p:nvSpPr>
          <p:cNvPr id="210" name="PlaceHolder 6"/>
          <p:cNvSpPr>
            <a:spLocks noGrp="1"/>
          </p:cNvSpPr>
          <p:nvPr>
            <p:ph type="dt" idx="18"/>
          </p:nvPr>
        </p:nvSpPr>
        <p:spPr>
          <a:xfrm>
            <a:off x="504000" y="5165280"/>
            <a:ext cx="2346480" cy="38880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buNone/>
            </a:pPr>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248" name="PlaceHolder 2"/>
          <p:cNvSpPr>
            <a:spLocks noGrp="1"/>
          </p:cNvSpPr>
          <p:nvPr>
            <p:ph type="body"/>
          </p:nvPr>
        </p:nvSpPr>
        <p:spPr>
          <a:xfrm>
            <a:off x="504000" y="1326600"/>
            <a:ext cx="1053360" cy="3286440"/>
          </a:xfrm>
          <a:prstGeom prst="rect">
            <a:avLst/>
          </a:prstGeom>
          <a:noFill/>
          <a:ln w="0">
            <a:noFill/>
          </a:ln>
        </p:spPr>
        <p:txBody>
          <a:bodyPr lIns="0" rIns="0" tIns="0" bIns="0" anchor="t">
            <a:normAutofit fontScale="31000"/>
          </a:bodyPr>
          <a:p>
            <a:pPr marL="133920" indent="-100440">
              <a:spcBef>
                <a:spcPts val="1417"/>
              </a:spcBef>
              <a:buClr>
                <a:srgbClr val="000000"/>
              </a:buClr>
              <a:buSzPct val="45000"/>
              <a:buFont typeface="Wingdings" charset="2"/>
              <a:buChar char=""/>
            </a:pPr>
            <a:r>
              <a:rPr b="0" lang="en-IN" sz="1800" spc="-1" strike="noStrike">
                <a:solidFill>
                  <a:srgbClr val="000000"/>
                </a:solidFill>
                <a:latin typeface="Arial"/>
              </a:rPr>
              <a:t>Click to edit the outline text format</a:t>
            </a:r>
            <a:endParaRPr b="0" lang="en-IN" sz="1800" spc="-1" strike="noStrike">
              <a:solidFill>
                <a:srgbClr val="000000"/>
              </a:solidFill>
              <a:latin typeface="Arial"/>
            </a:endParaRPr>
          </a:p>
          <a:p>
            <a:pPr lvl="1" marL="267840" indent="-100440">
              <a:spcBef>
                <a:spcPts val="1134"/>
              </a:spcBef>
              <a:buClr>
                <a:srgbClr val="000000"/>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401760" indent="-89280">
              <a:spcBef>
                <a:spcPts val="850"/>
              </a:spcBef>
              <a:buClr>
                <a:srgbClr val="000000"/>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535680" indent="-66960">
              <a:spcBef>
                <a:spcPts val="567"/>
              </a:spcBef>
              <a:buClr>
                <a:srgbClr val="000000"/>
              </a:buClr>
              <a:buSzPct val="75000"/>
              <a:buFont typeface="Symbol" charset="2"/>
              <a:buChar char=""/>
            </a:pPr>
            <a:r>
              <a:rPr b="0" lang="en-IN" sz="1800" spc="-1" strike="noStrike">
                <a:solidFill>
                  <a:srgbClr val="000000"/>
                </a:solidFill>
                <a:latin typeface="Arial"/>
              </a:rPr>
              <a:t>Fourth Outline Level</a:t>
            </a:r>
            <a:endParaRPr b="0" lang="en-IN" sz="1800" spc="-1" strike="noStrike">
              <a:solidFill>
                <a:srgbClr val="000000"/>
              </a:solidFill>
              <a:latin typeface="Arial"/>
            </a:endParaRPr>
          </a:p>
          <a:p>
            <a:pPr lvl="4" marL="669600" indent="-66960">
              <a:spcBef>
                <a:spcPts val="283"/>
              </a:spcBef>
              <a:buClr>
                <a:srgbClr val="000000"/>
              </a:buClr>
              <a:buSzPct val="45000"/>
              <a:buFont typeface="Wingdings" charset="2"/>
              <a:buChar char=""/>
            </a:pPr>
            <a:r>
              <a:rPr b="0" lang="en-IN" sz="1800" spc="-1" strike="noStrike">
                <a:solidFill>
                  <a:srgbClr val="000000"/>
                </a:solidFill>
                <a:latin typeface="Arial"/>
              </a:rPr>
              <a:t>Fifth Outline Level</a:t>
            </a:r>
            <a:endParaRPr b="0" lang="en-IN" sz="1800" spc="-1" strike="noStrike">
              <a:solidFill>
                <a:srgbClr val="000000"/>
              </a:solidFill>
              <a:latin typeface="Arial"/>
            </a:endParaRPr>
          </a:p>
          <a:p>
            <a:pPr lvl="5" marL="803520" indent="-66960">
              <a:spcBef>
                <a:spcPts val="283"/>
              </a:spcBef>
              <a:buClr>
                <a:srgbClr val="000000"/>
              </a:buClr>
              <a:buSzPct val="45000"/>
              <a:buFont typeface="Wingdings" charset="2"/>
              <a:buChar char=""/>
            </a:pPr>
            <a:r>
              <a:rPr b="0" lang="en-IN" sz="1800" spc="-1" strike="noStrike">
                <a:solidFill>
                  <a:srgbClr val="000000"/>
                </a:solidFill>
                <a:latin typeface="Arial"/>
              </a:rPr>
              <a:t>Sixth Outline Level</a:t>
            </a:r>
            <a:endParaRPr b="0" lang="en-IN" sz="1800" spc="-1" strike="noStrike">
              <a:solidFill>
                <a:srgbClr val="000000"/>
              </a:solidFill>
              <a:latin typeface="Arial"/>
            </a:endParaRPr>
          </a:p>
          <a:p>
            <a:pPr lvl="6" marL="937440" indent="-66960">
              <a:spcBef>
                <a:spcPts val="283"/>
              </a:spcBef>
              <a:buClr>
                <a:srgbClr val="000000"/>
              </a:buClr>
              <a:buSzPct val="45000"/>
              <a:buFont typeface="Wingdings" charset="2"/>
              <a:buChar char=""/>
            </a:pPr>
            <a:r>
              <a:rPr b="0" lang="en-IN" sz="1800" spc="-1" strike="noStrike">
                <a:solidFill>
                  <a:srgbClr val="000000"/>
                </a:solidFill>
                <a:latin typeface="Arial"/>
              </a:rPr>
              <a:t>Seventh Outline Level</a:t>
            </a:r>
            <a:endParaRPr b="0" lang="en-IN" sz="1800" spc="-1" strike="noStrike">
              <a:solidFill>
                <a:srgbClr val="000000"/>
              </a:solidFill>
              <a:latin typeface="Arial"/>
            </a:endParaRPr>
          </a:p>
        </p:txBody>
      </p:sp>
      <p:sp>
        <p:nvSpPr>
          <p:cNvPr id="249" name="PlaceHolder 3"/>
          <p:cNvSpPr>
            <a:spLocks noGrp="1"/>
          </p:cNvSpPr>
          <p:nvPr>
            <p:ph type="body"/>
          </p:nvPr>
        </p:nvSpPr>
        <p:spPr>
          <a:xfrm>
            <a:off x="1610640" y="1326600"/>
            <a:ext cx="1053360" cy="3286440"/>
          </a:xfrm>
          <a:prstGeom prst="rect">
            <a:avLst/>
          </a:prstGeom>
          <a:noFill/>
          <a:ln w="0">
            <a:noFill/>
          </a:ln>
        </p:spPr>
        <p:txBody>
          <a:bodyPr lIns="0" rIns="0" tIns="0" bIns="0" anchor="t">
            <a:normAutofit fontScale="31000"/>
          </a:bodyPr>
          <a:p>
            <a:pPr marL="133920" indent="-100440">
              <a:spcBef>
                <a:spcPts val="1417"/>
              </a:spcBef>
              <a:buClr>
                <a:srgbClr val="000000"/>
              </a:buClr>
              <a:buSzPct val="45000"/>
              <a:buFont typeface="Wingdings" charset="2"/>
              <a:buChar char=""/>
            </a:pPr>
            <a:r>
              <a:rPr b="0" lang="en-IN" sz="1800" spc="-1" strike="noStrike">
                <a:solidFill>
                  <a:srgbClr val="000000"/>
                </a:solidFill>
                <a:latin typeface="Arial"/>
              </a:rPr>
              <a:t>Click to edit the outline text format</a:t>
            </a:r>
            <a:endParaRPr b="0" lang="en-IN" sz="1800" spc="-1" strike="noStrike">
              <a:solidFill>
                <a:srgbClr val="000000"/>
              </a:solidFill>
              <a:latin typeface="Arial"/>
            </a:endParaRPr>
          </a:p>
          <a:p>
            <a:pPr lvl="1" marL="267840" indent="-100440">
              <a:spcBef>
                <a:spcPts val="1134"/>
              </a:spcBef>
              <a:buClr>
                <a:srgbClr val="000000"/>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401760" indent="-89280">
              <a:spcBef>
                <a:spcPts val="850"/>
              </a:spcBef>
              <a:buClr>
                <a:srgbClr val="000000"/>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535680" indent="-66960">
              <a:spcBef>
                <a:spcPts val="567"/>
              </a:spcBef>
              <a:buClr>
                <a:srgbClr val="000000"/>
              </a:buClr>
              <a:buSzPct val="75000"/>
              <a:buFont typeface="Symbol" charset="2"/>
              <a:buChar char=""/>
            </a:pPr>
            <a:r>
              <a:rPr b="0" lang="en-IN" sz="1800" spc="-1" strike="noStrike">
                <a:solidFill>
                  <a:srgbClr val="000000"/>
                </a:solidFill>
                <a:latin typeface="Arial"/>
              </a:rPr>
              <a:t>Fourth Outline Level</a:t>
            </a:r>
            <a:endParaRPr b="0" lang="en-IN" sz="1800" spc="-1" strike="noStrike">
              <a:solidFill>
                <a:srgbClr val="000000"/>
              </a:solidFill>
              <a:latin typeface="Arial"/>
            </a:endParaRPr>
          </a:p>
          <a:p>
            <a:pPr lvl="4" marL="669600" indent="-66960">
              <a:spcBef>
                <a:spcPts val="283"/>
              </a:spcBef>
              <a:buClr>
                <a:srgbClr val="000000"/>
              </a:buClr>
              <a:buSzPct val="45000"/>
              <a:buFont typeface="Wingdings" charset="2"/>
              <a:buChar char=""/>
            </a:pPr>
            <a:r>
              <a:rPr b="0" lang="en-IN" sz="1800" spc="-1" strike="noStrike">
                <a:solidFill>
                  <a:srgbClr val="000000"/>
                </a:solidFill>
                <a:latin typeface="Arial"/>
              </a:rPr>
              <a:t>Fifth Outline Level</a:t>
            </a:r>
            <a:endParaRPr b="0" lang="en-IN" sz="1800" spc="-1" strike="noStrike">
              <a:solidFill>
                <a:srgbClr val="000000"/>
              </a:solidFill>
              <a:latin typeface="Arial"/>
            </a:endParaRPr>
          </a:p>
          <a:p>
            <a:pPr lvl="5" marL="803520" indent="-66960">
              <a:spcBef>
                <a:spcPts val="283"/>
              </a:spcBef>
              <a:buClr>
                <a:srgbClr val="000000"/>
              </a:buClr>
              <a:buSzPct val="45000"/>
              <a:buFont typeface="Wingdings" charset="2"/>
              <a:buChar char=""/>
            </a:pPr>
            <a:r>
              <a:rPr b="0" lang="en-IN" sz="1800" spc="-1" strike="noStrike">
                <a:solidFill>
                  <a:srgbClr val="000000"/>
                </a:solidFill>
                <a:latin typeface="Arial"/>
              </a:rPr>
              <a:t>Sixth Outline Level</a:t>
            </a:r>
            <a:endParaRPr b="0" lang="en-IN" sz="1800" spc="-1" strike="noStrike">
              <a:solidFill>
                <a:srgbClr val="000000"/>
              </a:solidFill>
              <a:latin typeface="Arial"/>
            </a:endParaRPr>
          </a:p>
          <a:p>
            <a:pPr lvl="6" marL="937440" indent="-66960">
              <a:spcBef>
                <a:spcPts val="283"/>
              </a:spcBef>
              <a:buClr>
                <a:srgbClr val="000000"/>
              </a:buClr>
              <a:buSzPct val="45000"/>
              <a:buFont typeface="Wingdings" charset="2"/>
              <a:buChar char=""/>
            </a:pPr>
            <a:r>
              <a:rPr b="0" lang="en-IN" sz="1800" spc="-1" strike="noStrike">
                <a:solidFill>
                  <a:srgbClr val="000000"/>
                </a:solidFill>
                <a:latin typeface="Arial"/>
              </a:rPr>
              <a:t>Seventh Outline Level</a:t>
            </a:r>
            <a:endParaRPr b="0" lang="en-IN" sz="1800" spc="-1" strike="noStrike">
              <a:solidFill>
                <a:srgbClr val="000000"/>
              </a:solidFill>
              <a:latin typeface="Arial"/>
            </a:endParaRPr>
          </a:p>
        </p:txBody>
      </p:sp>
      <p:sp>
        <p:nvSpPr>
          <p:cNvPr id="250" name="PlaceHolder 4"/>
          <p:cNvSpPr>
            <a:spLocks noGrp="1"/>
          </p:cNvSpPr>
          <p:nvPr>
            <p:ph type="ftr" idx="19"/>
          </p:nvPr>
        </p:nvSpPr>
        <p:spPr>
          <a:xfrm>
            <a:off x="3447360" y="5165280"/>
            <a:ext cx="3193200" cy="38880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51" name="PlaceHolder 5"/>
          <p:cNvSpPr>
            <a:spLocks noGrp="1"/>
          </p:cNvSpPr>
          <p:nvPr>
            <p:ph type="sldNum" idx="20"/>
          </p:nvPr>
        </p:nvSpPr>
        <p:spPr>
          <a:xfrm>
            <a:off x="7227360" y="5165280"/>
            <a:ext cx="2346480" cy="38880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Times New Roman"/>
              </a:defRPr>
            </a:lvl1pPr>
          </a:lstStyle>
          <a:p>
            <a:pPr indent="0" algn="r">
              <a:lnSpc>
                <a:spcPct val="100000"/>
              </a:lnSpc>
              <a:buNone/>
              <a:tabLst>
                <a:tab algn="l" pos="0"/>
              </a:tabLst>
            </a:pPr>
            <a:fld id="{F5D70ACB-B96A-4B86-B619-7D414A5BDBFF}"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
        <p:nvSpPr>
          <p:cNvPr id="252" name="PlaceHolder 6"/>
          <p:cNvSpPr>
            <a:spLocks noGrp="1"/>
          </p:cNvSpPr>
          <p:nvPr>
            <p:ph type="dt" idx="21"/>
          </p:nvPr>
        </p:nvSpPr>
        <p:spPr>
          <a:xfrm>
            <a:off x="504000" y="5165280"/>
            <a:ext cx="2346480" cy="38880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ftr" idx="22"/>
          </p:nvPr>
        </p:nvSpPr>
        <p:spPr>
          <a:xfrm>
            <a:off x="3447360" y="5165280"/>
            <a:ext cx="3193200" cy="38880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90" name="PlaceHolder 2"/>
          <p:cNvSpPr>
            <a:spLocks noGrp="1"/>
          </p:cNvSpPr>
          <p:nvPr>
            <p:ph type="sldNum" idx="23"/>
          </p:nvPr>
        </p:nvSpPr>
        <p:spPr>
          <a:xfrm>
            <a:off x="7227360" y="5165280"/>
            <a:ext cx="2346480" cy="38880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Times New Roman"/>
              </a:defRPr>
            </a:lvl1pPr>
          </a:lstStyle>
          <a:p>
            <a:pPr indent="0" algn="r">
              <a:lnSpc>
                <a:spcPct val="100000"/>
              </a:lnSpc>
              <a:buNone/>
              <a:tabLst>
                <a:tab algn="l" pos="0"/>
              </a:tabLst>
            </a:pPr>
            <a:fld id="{429025A7-B460-4514-94DB-24C4AAA1040E}"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
        <p:nvSpPr>
          <p:cNvPr id="291" name="PlaceHolder 3"/>
          <p:cNvSpPr>
            <a:spLocks noGrp="1"/>
          </p:cNvSpPr>
          <p:nvPr>
            <p:ph type="dt" idx="24"/>
          </p:nvPr>
        </p:nvSpPr>
        <p:spPr>
          <a:xfrm>
            <a:off x="504000" y="5165280"/>
            <a:ext cx="2346480" cy="38880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292"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293"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ftr" idx="25"/>
          </p:nvPr>
        </p:nvSpPr>
        <p:spPr>
          <a:xfrm>
            <a:off x="3447360" y="5165280"/>
            <a:ext cx="3193200" cy="38880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31" name="PlaceHolder 2"/>
          <p:cNvSpPr>
            <a:spLocks noGrp="1"/>
          </p:cNvSpPr>
          <p:nvPr>
            <p:ph type="sldNum" idx="26"/>
          </p:nvPr>
        </p:nvSpPr>
        <p:spPr>
          <a:xfrm>
            <a:off x="7227360" y="5165280"/>
            <a:ext cx="2346480" cy="38880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Times New Roman"/>
              </a:defRPr>
            </a:lvl1pPr>
          </a:lstStyle>
          <a:p>
            <a:pPr indent="0" algn="r">
              <a:lnSpc>
                <a:spcPct val="100000"/>
              </a:lnSpc>
              <a:buNone/>
              <a:tabLst>
                <a:tab algn="l" pos="0"/>
              </a:tabLst>
            </a:pPr>
            <a:fld id="{F705A206-0BFE-43BC-83B7-B8C2896301A0}"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
        <p:nvSpPr>
          <p:cNvPr id="332" name="PlaceHolder 3"/>
          <p:cNvSpPr>
            <a:spLocks noGrp="1"/>
          </p:cNvSpPr>
          <p:nvPr>
            <p:ph type="dt" idx="27"/>
          </p:nvPr>
        </p:nvSpPr>
        <p:spPr>
          <a:xfrm>
            <a:off x="504000" y="5165280"/>
            <a:ext cx="2346480" cy="38880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333"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334"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4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9.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64.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6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4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9.xml"/>
</Relationships>
</file>

<file path=ppt/slides/_rels/slide4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6.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76.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76.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76.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76.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97.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97.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97.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9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97.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76.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76.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76.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76.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7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372" name="PlaceHolder 2"/>
          <p:cNvSpPr>
            <a:spLocks noGrp="1"/>
          </p:cNvSpPr>
          <p:nvPr>
            <p:ph type="subTitle"/>
          </p:nvPr>
        </p:nvSpPr>
        <p:spPr>
          <a:xfrm>
            <a:off x="504000" y="1326600"/>
            <a:ext cx="9069840" cy="3286440"/>
          </a:xfrm>
          <a:prstGeom prst="rect">
            <a:avLst/>
          </a:prstGeom>
          <a:noFill/>
          <a:ln w="0">
            <a:noFill/>
          </a:ln>
        </p:spPr>
        <p:txBody>
          <a:bodyPr lIns="0" rIns="0" tIns="0" bIns="0" anchor="ctr">
            <a:noAutofit/>
          </a:bodyPr>
          <a:p>
            <a:pPr indent="0" algn="ctr">
              <a:lnSpc>
                <a:spcPct val="100000"/>
              </a:lnSpc>
              <a:buNone/>
              <a:tabLst>
                <a:tab algn="l" pos="0"/>
              </a:tabLst>
            </a:pPr>
            <a:r>
              <a:rPr b="0" lang="en-IN" sz="3200" spc="-1" strike="noStrike">
                <a:solidFill>
                  <a:srgbClr val="000000"/>
                </a:solidFill>
                <a:latin typeface="Arial"/>
              </a:rPr>
              <a:t>NoSQL</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374"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endParaRPr b="0" lang="en-IN" sz="3200" spc="-1" strike="noStrike">
              <a:solidFill>
                <a:srgbClr val="000000"/>
              </a:solidFill>
              <a:latin typeface="Arial"/>
            </a:endParaRPr>
          </a:p>
          <a:p>
            <a:pPr marL="432000" indent="0">
              <a:lnSpc>
                <a:spcPct val="100000"/>
              </a:lnSpc>
              <a:spcBef>
                <a:spcPts val="1417"/>
              </a:spcBef>
              <a:buNone/>
              <a:tabLst>
                <a:tab algn="l" pos="0"/>
              </a:tabLst>
            </a:pPr>
            <a:endParaRPr b="0" lang="en-IN" sz="3200" spc="-1" strike="noStrike">
              <a:solidFill>
                <a:srgbClr val="000000"/>
              </a:solidFill>
              <a:latin typeface="Arial"/>
            </a:endParaRPr>
          </a:p>
          <a:p>
            <a:pPr marL="432000" indent="0" algn="ctr">
              <a:lnSpc>
                <a:spcPct val="100000"/>
              </a:lnSpc>
              <a:spcBef>
                <a:spcPts val="1417"/>
              </a:spcBef>
              <a:buNone/>
              <a:tabLst>
                <a:tab algn="l" pos="0"/>
              </a:tabLst>
            </a:pPr>
            <a:r>
              <a:rPr b="0" lang="en-IN" sz="3200" spc="-1" strike="noStrike">
                <a:solidFill>
                  <a:srgbClr val="000000"/>
                </a:solidFill>
                <a:latin typeface="Arial"/>
              </a:rPr>
              <a:t>Definition</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376"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NoSQL (originally referring to "non-SQL" or "non-relational")[is an approach to database design that focuses on providing a mechanism for storage and retrieval of data that is modeled in means other than the tabular relations used in relational databases. </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Instead of the typical tabular structure of a relational database, NoSQL databases house data within one data structure. </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Since this non-relational database design does not require a schema, it offers rapid scalability to manage large and typically unstructured data sets.</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378"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endParaRPr b="0" lang="en-IN" sz="3200" spc="-1" strike="noStrike">
              <a:solidFill>
                <a:srgbClr val="000000"/>
              </a:solidFill>
              <a:latin typeface="Arial"/>
            </a:endParaRPr>
          </a:p>
          <a:p>
            <a:pPr marL="432000" indent="0">
              <a:lnSpc>
                <a:spcPct val="100000"/>
              </a:lnSpc>
              <a:spcBef>
                <a:spcPts val="1417"/>
              </a:spcBef>
              <a:buNone/>
              <a:tabLst>
                <a:tab algn="l" pos="0"/>
              </a:tabLst>
            </a:pPr>
            <a:endParaRPr b="0" lang="en-IN" sz="3200" spc="-1" strike="noStrike">
              <a:solidFill>
                <a:srgbClr val="000000"/>
              </a:solidFill>
              <a:latin typeface="Arial"/>
            </a:endParaRPr>
          </a:p>
          <a:p>
            <a:pPr marL="432000" indent="0" algn="ctr">
              <a:lnSpc>
                <a:spcPct val="100000"/>
              </a:lnSpc>
              <a:spcBef>
                <a:spcPts val="1417"/>
              </a:spcBef>
              <a:buNone/>
              <a:tabLst>
                <a:tab algn="l" pos="0"/>
              </a:tabLst>
            </a:pPr>
            <a:r>
              <a:rPr b="0" lang="en-IN" sz="3200" spc="-1" strike="noStrike">
                <a:solidFill>
                  <a:srgbClr val="000000"/>
                </a:solidFill>
                <a:latin typeface="Arial"/>
              </a:rPr>
              <a:t>History</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380"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The term NoSQL was used by </a:t>
            </a:r>
            <a:r>
              <a:rPr b="1" lang="en-IN" sz="2000" spc="-1" strike="noStrike">
                <a:solidFill>
                  <a:srgbClr val="000000"/>
                </a:solidFill>
                <a:latin typeface="Arial"/>
              </a:rPr>
              <a:t>Carlo Strozzi</a:t>
            </a:r>
            <a:r>
              <a:rPr b="0" lang="en-IN" sz="2000" spc="-1" strike="noStrike">
                <a:solidFill>
                  <a:srgbClr val="000000"/>
                </a:solidFill>
                <a:latin typeface="Arial"/>
              </a:rPr>
              <a:t> in 1998 to name his lightweight Strozzi NoSQL open-source relational database that did not expose the standard Structured Query Language (SQL) interface, but was still relational.</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Johan Oskarsson, then a developer at Last.fm, reintroduced the term NoSQL in early 2009 when he organized an event to discuss "open-source distributed, non-relational databases".</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The name attempted to label the emergence of an increasing number of non-relational, distributed data stores, including open source clones of Google's Bigtable/MapReduce and Amazon's DynamoDB.</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382" name="PlaceHolder 2"/>
          <p:cNvSpPr>
            <a:spLocks noGrp="1"/>
          </p:cNvSpPr>
          <p:nvPr>
            <p:ph type="subTitle"/>
          </p:nvPr>
        </p:nvSpPr>
        <p:spPr>
          <a:xfrm>
            <a:off x="504000" y="1326600"/>
            <a:ext cx="9069840" cy="3286440"/>
          </a:xfrm>
          <a:prstGeom prst="rect">
            <a:avLst/>
          </a:prstGeom>
          <a:noFill/>
          <a:ln w="0">
            <a:noFill/>
          </a:ln>
        </p:spPr>
        <p:txBody>
          <a:bodyPr lIns="0" rIns="0" tIns="0" bIns="0" anchor="ctr">
            <a:noAutofit/>
          </a:bodyPr>
          <a:p>
            <a:pPr indent="0" algn="ctr">
              <a:lnSpc>
                <a:spcPct val="100000"/>
              </a:lnSpc>
              <a:buNone/>
              <a:tabLst>
                <a:tab algn="l" pos="0"/>
              </a:tabLst>
            </a:pPr>
            <a:r>
              <a:rPr b="0" lang="en-IN" sz="3200" spc="-1" strike="noStrike">
                <a:solidFill>
                  <a:srgbClr val="000000"/>
                </a:solidFill>
                <a:latin typeface="Arial"/>
              </a:rPr>
              <a:t>Types</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384"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0" lang="en-IN" sz="2400" spc="-1" strike="noStrike">
                <a:solidFill>
                  <a:srgbClr val="000000"/>
                </a:solidFill>
                <a:latin typeface="Arial"/>
              </a:rPr>
              <a:t>NoSQL comes in 5 main variants</a:t>
            </a:r>
            <a:endParaRPr b="0" lang="en-IN" sz="2400" spc="-1" strike="noStrike">
              <a:solidFill>
                <a:srgbClr val="000000"/>
              </a:solidFill>
              <a:latin typeface="Arial"/>
            </a:endParaRPr>
          </a:p>
          <a:p>
            <a:pPr marL="432000" indent="0">
              <a:lnSpc>
                <a:spcPct val="100000"/>
              </a:lnSpc>
              <a:spcBef>
                <a:spcPts val="1417"/>
              </a:spcBef>
              <a:buNone/>
              <a:tabLst>
                <a:tab algn="l" pos="0"/>
              </a:tabLst>
            </a:pPr>
            <a:r>
              <a:rPr b="0" lang="en-IN" sz="2400" spc="-1" strike="noStrike">
                <a:solidFill>
                  <a:srgbClr val="000000"/>
                </a:solidFill>
                <a:latin typeface="Arial"/>
              </a:rPr>
              <a:t>key-Value pair</a:t>
            </a:r>
            <a:endParaRPr b="0" lang="en-IN" sz="2400" spc="-1" strike="noStrike">
              <a:solidFill>
                <a:srgbClr val="000000"/>
              </a:solidFill>
              <a:latin typeface="Arial"/>
            </a:endParaRPr>
          </a:p>
          <a:p>
            <a:pPr marL="432000" indent="0">
              <a:lnSpc>
                <a:spcPct val="100000"/>
              </a:lnSpc>
              <a:spcBef>
                <a:spcPts val="1417"/>
              </a:spcBef>
              <a:buNone/>
              <a:tabLst>
                <a:tab algn="l" pos="0"/>
              </a:tabLst>
            </a:pPr>
            <a:r>
              <a:rPr b="0" lang="en-IN" sz="2400" spc="-1" strike="noStrike">
                <a:solidFill>
                  <a:srgbClr val="000000"/>
                </a:solidFill>
                <a:latin typeface="Arial"/>
              </a:rPr>
              <a:t>Column</a:t>
            </a:r>
            <a:endParaRPr b="0" lang="en-IN" sz="2400" spc="-1" strike="noStrike">
              <a:solidFill>
                <a:srgbClr val="000000"/>
              </a:solidFill>
              <a:latin typeface="Arial"/>
            </a:endParaRPr>
          </a:p>
          <a:p>
            <a:pPr marL="432000" indent="0">
              <a:lnSpc>
                <a:spcPct val="100000"/>
              </a:lnSpc>
              <a:spcBef>
                <a:spcPts val="1417"/>
              </a:spcBef>
              <a:buNone/>
              <a:tabLst>
                <a:tab algn="l" pos="0"/>
              </a:tabLst>
            </a:pPr>
            <a:r>
              <a:rPr b="0" lang="en-IN" sz="2400" spc="-1" strike="noStrike">
                <a:solidFill>
                  <a:srgbClr val="000000"/>
                </a:solidFill>
                <a:latin typeface="Arial"/>
              </a:rPr>
              <a:t>Document</a:t>
            </a:r>
            <a:endParaRPr b="0" lang="en-IN" sz="2400" spc="-1" strike="noStrike">
              <a:solidFill>
                <a:srgbClr val="000000"/>
              </a:solidFill>
              <a:latin typeface="Arial"/>
            </a:endParaRPr>
          </a:p>
          <a:p>
            <a:pPr marL="432000" indent="0">
              <a:lnSpc>
                <a:spcPct val="100000"/>
              </a:lnSpc>
              <a:spcBef>
                <a:spcPts val="1417"/>
              </a:spcBef>
              <a:buNone/>
              <a:tabLst>
                <a:tab algn="l" pos="0"/>
              </a:tabLst>
            </a:pPr>
            <a:r>
              <a:rPr b="0" lang="en-IN" sz="2400" spc="-1" strike="noStrike">
                <a:solidFill>
                  <a:srgbClr val="000000"/>
                </a:solidFill>
                <a:latin typeface="Arial"/>
              </a:rPr>
              <a:t>Graph</a:t>
            </a:r>
            <a:endParaRPr b="0" lang="en-IN" sz="2400" spc="-1" strike="noStrike">
              <a:solidFill>
                <a:srgbClr val="000000"/>
              </a:solidFill>
              <a:latin typeface="Arial"/>
            </a:endParaRPr>
          </a:p>
          <a:p>
            <a:pPr marL="432000" indent="0">
              <a:lnSpc>
                <a:spcPct val="100000"/>
              </a:lnSpc>
              <a:spcBef>
                <a:spcPts val="1417"/>
              </a:spcBef>
              <a:buNone/>
              <a:tabLst>
                <a:tab algn="l" pos="0"/>
              </a:tabLst>
            </a:pPr>
            <a:r>
              <a:rPr b="0" lang="en-IN" sz="2400" spc="-1" strike="noStrike">
                <a:solidFill>
                  <a:srgbClr val="000000"/>
                </a:solidFill>
                <a:latin typeface="Arial"/>
              </a:rPr>
              <a:t>Multi-model</a:t>
            </a:r>
            <a:endParaRPr b="0" lang="en-IN" sz="2400" spc="-1" strike="noStrike">
              <a:solidFill>
                <a:srgbClr val="000000"/>
              </a:solidFill>
              <a:latin typeface="Arial"/>
            </a:endParaRPr>
          </a:p>
          <a:p>
            <a:pPr marL="432000" indent="0">
              <a:lnSpc>
                <a:spcPct val="100000"/>
              </a:lnSpc>
              <a:spcBef>
                <a:spcPts val="1417"/>
              </a:spcBef>
              <a:buNone/>
              <a:tabLst>
                <a:tab algn="l" pos="0"/>
              </a:tabLst>
            </a:pPr>
            <a:endParaRPr b="0" lang="en-IN" sz="2400" spc="-1" strike="noStrike">
              <a:solidFill>
                <a:srgbClr val="000000"/>
              </a:solidFill>
              <a:latin typeface="Arial"/>
            </a:endParaRPr>
          </a:p>
          <a:p>
            <a:pPr marL="432000" indent="0">
              <a:lnSpc>
                <a:spcPct val="100000"/>
              </a:lnSpc>
              <a:spcBef>
                <a:spcPts val="1417"/>
              </a:spcBef>
              <a:buNone/>
              <a:tabLst>
                <a:tab algn="l" pos="0"/>
              </a:tabLst>
            </a:pP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Key-Value pair</a:t>
            </a:r>
            <a:endParaRPr b="0" lang="en-IN" sz="4400" spc="-1" strike="noStrike">
              <a:solidFill>
                <a:srgbClr val="000000"/>
              </a:solidFill>
              <a:latin typeface="Arial"/>
            </a:endParaRPr>
          </a:p>
        </p:txBody>
      </p:sp>
      <p:sp>
        <p:nvSpPr>
          <p:cNvPr id="386"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92000"/>
          </a:bodyPr>
          <a:p>
            <a:pPr marL="397440" indent="0" algn="just">
              <a:lnSpc>
                <a:spcPct val="100000"/>
              </a:lnSpc>
              <a:spcBef>
                <a:spcPts val="1417"/>
              </a:spcBef>
              <a:buNone/>
              <a:tabLst>
                <a:tab algn="l" pos="0"/>
              </a:tabLst>
            </a:pPr>
            <a:r>
              <a:rPr b="0" lang="en-IN" sz="2400" spc="-1" strike="noStrike">
                <a:solidFill>
                  <a:srgbClr val="000000"/>
                </a:solidFill>
                <a:latin typeface="Arial"/>
              </a:rPr>
              <a:t>In this NoSQL database type, as the name suggests, information is stored as a key and a value. For instance, a key-value pair can consist of a key ‘City’ with an associated value ‘Chicago’.</a:t>
            </a:r>
            <a:endParaRPr b="0" lang="en-IN" sz="2400" spc="-1" strike="noStrike">
              <a:solidFill>
                <a:srgbClr val="000000"/>
              </a:solidFill>
              <a:latin typeface="Arial"/>
            </a:endParaRPr>
          </a:p>
          <a:p>
            <a:pPr marL="397440" indent="0" algn="just">
              <a:lnSpc>
                <a:spcPct val="100000"/>
              </a:lnSpc>
              <a:spcBef>
                <a:spcPts val="1417"/>
              </a:spcBef>
              <a:buNone/>
              <a:tabLst>
                <a:tab algn="l" pos="0"/>
              </a:tabLst>
            </a:pPr>
            <a:r>
              <a:rPr b="0" lang="en-IN" sz="2400" spc="-1" strike="noStrike">
                <a:solidFill>
                  <a:srgbClr val="000000"/>
                </a:solidFill>
                <a:latin typeface="Arial"/>
              </a:rPr>
              <a:t>Data storage takes place in the form of a hash table with unique keys. Values can be stored in several formats, including string, JSON, or BLOB. This variant is tailored for handling heavy data loads.</a:t>
            </a:r>
            <a:endParaRPr b="0" lang="en-IN" sz="2400" spc="-1" strike="noStrike">
              <a:solidFill>
                <a:srgbClr val="000000"/>
              </a:solidFill>
              <a:latin typeface="Arial"/>
            </a:endParaRPr>
          </a:p>
          <a:p>
            <a:pPr marL="397440" indent="0" algn="just">
              <a:lnSpc>
                <a:spcPct val="100000"/>
              </a:lnSpc>
              <a:spcBef>
                <a:spcPts val="1417"/>
              </a:spcBef>
              <a:buNone/>
              <a:tabLst>
                <a:tab algn="l" pos="0"/>
              </a:tabLst>
            </a:pPr>
            <a:r>
              <a:rPr b="0" lang="en-IN" sz="2400" spc="-1" strike="noStrike">
                <a:solidFill>
                  <a:srgbClr val="000000"/>
                </a:solidFill>
                <a:latin typeface="Arial"/>
              </a:rPr>
              <a:t>Key-value NoSQL solutions include Dynamo, Redis, Riak, Tokyo Cabinet/Tyrant, Voldemort, Amazon SimpleDB, and Oracle BDB.</a:t>
            </a:r>
            <a:endParaRPr b="0" lang="en-IN" sz="2400" spc="-1" strike="noStrike">
              <a:solidFill>
                <a:srgbClr val="000000"/>
              </a:solidFill>
              <a:latin typeface="Arial"/>
            </a:endParaRPr>
          </a:p>
          <a:p>
            <a:pPr marL="397440" indent="0" algn="just">
              <a:lnSpc>
                <a:spcPct val="100000"/>
              </a:lnSpc>
              <a:spcBef>
                <a:spcPts val="1417"/>
              </a:spcBef>
              <a:buNone/>
              <a:tabLst>
                <a:tab algn="l" pos="0"/>
              </a:tabLst>
            </a:pP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Column</a:t>
            </a:r>
            <a:endParaRPr b="0" lang="en-IN" sz="4400" spc="-1" strike="noStrike">
              <a:solidFill>
                <a:srgbClr val="000000"/>
              </a:solidFill>
              <a:latin typeface="Arial"/>
            </a:endParaRPr>
          </a:p>
        </p:txBody>
      </p:sp>
      <p:sp>
        <p:nvSpPr>
          <p:cNvPr id="388"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400" spc="-1" strike="noStrike">
                <a:solidFill>
                  <a:srgbClr val="000000"/>
                </a:solidFill>
                <a:latin typeface="Arial"/>
              </a:rPr>
              <a:t>Column-based NoSQL databases operate on columns, with each column being treated independently. </a:t>
            </a:r>
            <a:endParaRPr b="0" lang="en-IN" sz="2400" spc="-1" strike="noStrike">
              <a:solidFill>
                <a:srgbClr val="000000"/>
              </a:solidFill>
              <a:latin typeface="Arial"/>
            </a:endParaRPr>
          </a:p>
          <a:p>
            <a:pPr marL="432000" indent="0" algn="just">
              <a:lnSpc>
                <a:spcPct val="100000"/>
              </a:lnSpc>
              <a:spcBef>
                <a:spcPts val="1417"/>
              </a:spcBef>
              <a:buNone/>
              <a:tabLst>
                <a:tab algn="l" pos="0"/>
              </a:tabLst>
            </a:pPr>
            <a:r>
              <a:rPr b="0" lang="en-IN" sz="2400" spc="-1" strike="noStrike">
                <a:solidFill>
                  <a:srgbClr val="000000"/>
                </a:solidFill>
                <a:latin typeface="Arial"/>
              </a:rPr>
              <a:t>Due to ready data availability in the column form, this database type is preferred for high-performance delivery in cases involving aggregation queries such as COUNT, SUM, MIN, and AVG.</a:t>
            </a:r>
            <a:endParaRPr b="0" lang="en-IN" sz="2400" spc="-1" strike="noStrike">
              <a:solidFill>
                <a:srgbClr val="000000"/>
              </a:solidFill>
              <a:latin typeface="Arial"/>
            </a:endParaRPr>
          </a:p>
          <a:p>
            <a:pPr marL="432000" indent="0" algn="just">
              <a:lnSpc>
                <a:spcPct val="100000"/>
              </a:lnSpc>
              <a:spcBef>
                <a:spcPts val="1417"/>
              </a:spcBef>
              <a:buNone/>
              <a:tabLst>
                <a:tab algn="l" pos="0"/>
              </a:tabLst>
            </a:pPr>
            <a:r>
              <a:rPr b="0" lang="en-IN" sz="2400" spc="-1" strike="noStrike">
                <a:solidFill>
                  <a:srgbClr val="000000"/>
                </a:solidFill>
                <a:latin typeface="Arial"/>
              </a:rPr>
              <a:t>Examples of column-based NoSQL databases include Cassandra, HBase, and Hypertable.</a:t>
            </a:r>
            <a:endParaRPr b="0" lang="en-IN" sz="2400" spc="-1" strike="noStrike">
              <a:solidFill>
                <a:srgbClr val="000000"/>
              </a:solidFill>
              <a:latin typeface="Arial"/>
            </a:endParaRPr>
          </a:p>
          <a:p>
            <a:pPr marL="432000" indent="0" algn="just">
              <a:lnSpc>
                <a:spcPct val="100000"/>
              </a:lnSpc>
              <a:spcBef>
                <a:spcPts val="1417"/>
              </a:spcBef>
              <a:buNone/>
              <a:tabLst>
                <a:tab algn="l" pos="0"/>
              </a:tabLst>
            </a:pP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Document</a:t>
            </a:r>
            <a:endParaRPr b="0" lang="en-IN" sz="4400" spc="-1" strike="noStrike">
              <a:solidFill>
                <a:srgbClr val="000000"/>
              </a:solidFill>
              <a:latin typeface="Arial"/>
            </a:endParaRPr>
          </a:p>
        </p:txBody>
      </p:sp>
      <p:sp>
        <p:nvSpPr>
          <p:cNvPr id="390"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90000"/>
          </a:bodyPr>
          <a:p>
            <a:pPr marL="388800" indent="0" algn="just">
              <a:lnSpc>
                <a:spcPct val="100000"/>
              </a:lnSpc>
              <a:spcBef>
                <a:spcPts val="1417"/>
              </a:spcBef>
              <a:buNone/>
              <a:tabLst>
                <a:tab algn="l" pos="0"/>
              </a:tabLst>
            </a:pPr>
            <a:r>
              <a:rPr b="0" lang="en-IN" sz="2400" spc="-1" strike="noStrike">
                <a:solidFill>
                  <a:srgbClr val="000000"/>
                </a:solidFill>
                <a:latin typeface="Arial"/>
              </a:rPr>
              <a:t>In a document-oriented NoSQL database, data storage and retrieval occur in the key-value pair format. However, values are stored in the document form using either the JSON or the XML format. The database understands the values and allows them to be queried more efficiently.</a:t>
            </a:r>
            <a:endParaRPr b="0" lang="en-IN" sz="2400" spc="-1" strike="noStrike">
              <a:solidFill>
                <a:srgbClr val="000000"/>
              </a:solidFill>
              <a:latin typeface="Arial"/>
            </a:endParaRPr>
          </a:p>
          <a:p>
            <a:pPr marL="388800" indent="0" algn="just">
              <a:lnSpc>
                <a:spcPct val="100000"/>
              </a:lnSpc>
              <a:spcBef>
                <a:spcPts val="1417"/>
              </a:spcBef>
              <a:buNone/>
              <a:tabLst>
                <a:tab algn="l" pos="0"/>
              </a:tabLst>
            </a:pPr>
            <a:r>
              <a:rPr b="0" lang="en-IN" sz="2400" spc="-1" strike="noStrike">
                <a:solidFill>
                  <a:srgbClr val="000000"/>
                </a:solidFill>
                <a:latin typeface="Arial"/>
              </a:rPr>
              <a:t>Document NoSQL databases store data such as JSON objects. Users need not define the data, thus enhancing flexibility. </a:t>
            </a:r>
            <a:endParaRPr b="0" lang="en-IN" sz="2400" spc="-1" strike="noStrike">
              <a:solidFill>
                <a:srgbClr val="000000"/>
              </a:solidFill>
              <a:latin typeface="Arial"/>
            </a:endParaRPr>
          </a:p>
          <a:p>
            <a:pPr marL="388800" indent="0" algn="just">
              <a:lnSpc>
                <a:spcPct val="100000"/>
              </a:lnSpc>
              <a:spcBef>
                <a:spcPts val="1417"/>
              </a:spcBef>
              <a:buNone/>
              <a:tabLst>
                <a:tab algn="l" pos="0"/>
              </a:tabLst>
            </a:pPr>
            <a:r>
              <a:rPr b="0" lang="en-IN" sz="2400" spc="-1" strike="noStrike">
                <a:solidFill>
                  <a:srgbClr val="000000"/>
                </a:solidFill>
                <a:latin typeface="Arial"/>
              </a:rPr>
              <a:t>Document-oriented NoSQL database solutions include MongoDB, CouchDB, Riak, Amazon SimpleDB, and Lotus Notes.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Graph</a:t>
            </a:r>
            <a:endParaRPr b="0" lang="en-IN" sz="4400" spc="-1" strike="noStrike">
              <a:solidFill>
                <a:srgbClr val="000000"/>
              </a:solidFill>
              <a:latin typeface="Arial"/>
            </a:endParaRPr>
          </a:p>
        </p:txBody>
      </p:sp>
      <p:sp>
        <p:nvSpPr>
          <p:cNvPr id="392"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400" spc="-1" strike="noStrike">
                <a:solidFill>
                  <a:srgbClr val="000000"/>
                </a:solidFill>
                <a:latin typeface="Arial"/>
              </a:rPr>
              <a:t>Graph-type NoSQL databases store entities along with the relationships among them. Each entity is treated as a node during storage, with the relationships stored as edges. An edge establishes relationships among the nodes. Each node and edge is assigned a distinct identifier.</a:t>
            </a:r>
            <a:endParaRPr b="0" lang="en-IN" sz="2400" spc="-1" strike="noStrike">
              <a:solidFill>
                <a:srgbClr val="000000"/>
              </a:solidFill>
              <a:latin typeface="Arial"/>
            </a:endParaRPr>
          </a:p>
          <a:p>
            <a:pPr marL="432000" indent="0" algn="just">
              <a:lnSpc>
                <a:spcPct val="100000"/>
              </a:lnSpc>
              <a:spcBef>
                <a:spcPts val="1417"/>
              </a:spcBef>
              <a:buNone/>
              <a:tabLst>
                <a:tab algn="l" pos="0"/>
              </a:tabLst>
            </a:pPr>
            <a:r>
              <a:rPr b="0" lang="en-IN" sz="2400" spc="-1" strike="noStrike">
                <a:solidFill>
                  <a:srgbClr val="000000"/>
                </a:solidFill>
                <a:latin typeface="Arial"/>
              </a:rPr>
              <a:t>Graph-based NoSQL database solutions include Neo4J, Infinite Graph, and FlockDB.</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Multi-Model</a:t>
            </a:r>
            <a:endParaRPr b="0" lang="en-IN" sz="4400" spc="-1" strike="noStrike">
              <a:solidFill>
                <a:srgbClr val="000000"/>
              </a:solidFill>
              <a:latin typeface="Arial"/>
            </a:endParaRPr>
          </a:p>
        </p:txBody>
      </p:sp>
      <p:sp>
        <p:nvSpPr>
          <p:cNvPr id="394"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400" spc="-1" strike="noStrike">
                <a:solidFill>
                  <a:srgbClr val="000000"/>
                </a:solidFill>
                <a:latin typeface="Arial"/>
              </a:rPr>
              <a:t>Finally, multi-model NoSQL databases are built for handling numerous data models against one integrated backend. </a:t>
            </a:r>
            <a:endParaRPr b="0" lang="en-IN" sz="2400" spc="-1" strike="noStrike">
              <a:solidFill>
                <a:srgbClr val="000000"/>
              </a:solidFill>
              <a:latin typeface="Arial"/>
            </a:endParaRPr>
          </a:p>
          <a:p>
            <a:pPr marL="432000" indent="0" algn="just">
              <a:lnSpc>
                <a:spcPct val="100000"/>
              </a:lnSpc>
              <a:spcBef>
                <a:spcPts val="1417"/>
              </a:spcBef>
              <a:buNone/>
              <a:tabLst>
                <a:tab algn="l" pos="0"/>
              </a:tabLst>
            </a:pPr>
            <a:r>
              <a:rPr b="0" lang="en-IN" sz="2400" spc="-1" strike="noStrike">
                <a:solidFill>
                  <a:srgbClr val="000000"/>
                </a:solidFill>
                <a:latin typeface="Arial"/>
              </a:rPr>
              <a:t>Typically, database management systems support one data model; however, multi-model databases can store, query, and index data from multiple models.</a:t>
            </a:r>
            <a:endParaRPr b="0" lang="en-IN" sz="2400" spc="-1" strike="noStrike">
              <a:solidFill>
                <a:srgbClr val="000000"/>
              </a:solidFill>
              <a:latin typeface="Arial"/>
            </a:endParaRPr>
          </a:p>
          <a:p>
            <a:pPr marL="432000" indent="0" algn="just">
              <a:lnSpc>
                <a:spcPct val="100000"/>
              </a:lnSpc>
              <a:spcBef>
                <a:spcPts val="1417"/>
              </a:spcBef>
              <a:buNone/>
              <a:tabLst>
                <a:tab algn="l" pos="0"/>
              </a:tabLst>
            </a:pPr>
            <a:r>
              <a:rPr b="0" lang="en-IN" sz="2400" spc="-1" strike="noStrike">
                <a:solidFill>
                  <a:srgbClr val="000000"/>
                </a:solidFill>
                <a:latin typeface="Arial"/>
              </a:rPr>
              <a:t>Examples of multi-model NoSQL database solutions include OrientDB, ArangoDB, and MarkLogic Server. </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396" name="PlaceHolder 2"/>
          <p:cNvSpPr>
            <a:spLocks noGrp="1"/>
          </p:cNvSpPr>
          <p:nvPr>
            <p:ph type="subTitle"/>
          </p:nvPr>
        </p:nvSpPr>
        <p:spPr>
          <a:xfrm>
            <a:off x="504000" y="1326600"/>
            <a:ext cx="9069840" cy="3286440"/>
          </a:xfrm>
          <a:prstGeom prst="rect">
            <a:avLst/>
          </a:prstGeom>
          <a:noFill/>
          <a:ln w="0">
            <a:noFill/>
          </a:ln>
        </p:spPr>
        <p:txBody>
          <a:bodyPr lIns="0" rIns="0" tIns="0" bIns="0" anchor="ctr">
            <a:noAutofit/>
          </a:bodyPr>
          <a:p>
            <a:pPr indent="0" algn="ctr">
              <a:lnSpc>
                <a:spcPct val="100000"/>
              </a:lnSpc>
              <a:buNone/>
              <a:tabLst>
                <a:tab algn="l" pos="0"/>
              </a:tabLst>
            </a:pPr>
            <a:r>
              <a:rPr b="0" lang="en-IN" sz="3200" spc="-1" strike="noStrike">
                <a:solidFill>
                  <a:srgbClr val="000000"/>
                </a:solidFill>
                <a:latin typeface="Arial"/>
              </a:rPr>
              <a:t>Features of NoSQL</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398"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91000"/>
          </a:bodyPr>
          <a:p>
            <a:pPr marL="393120" indent="0" algn="just">
              <a:lnSpc>
                <a:spcPct val="100000"/>
              </a:lnSpc>
              <a:spcBef>
                <a:spcPts val="1417"/>
              </a:spcBef>
              <a:buNone/>
              <a:tabLst>
                <a:tab algn="l" pos="0"/>
              </a:tabLst>
            </a:pPr>
            <a:r>
              <a:rPr b="0" lang="en-IN" sz="2000" spc="-1" strike="noStrike">
                <a:solidFill>
                  <a:srgbClr val="000000"/>
                </a:solidFill>
                <a:latin typeface="Arial"/>
              </a:rPr>
              <a:t>While relational databases are still used for a variety of business functions, the use of NoSQL databases is gaining popularity. Today, companies across industry verticals rely on NoSQL databases to handle their real-time cloud, web, and big data applications.</a:t>
            </a:r>
            <a:r>
              <a:rPr b="0" lang="en-IN" sz="3200" spc="-1" strike="noStrike">
                <a:solidFill>
                  <a:srgbClr val="000000"/>
                </a:solidFill>
                <a:latin typeface="Arial"/>
              </a:rPr>
              <a:t> </a:t>
            </a:r>
            <a:endParaRPr b="0" lang="en-IN" sz="3200" spc="-1" strike="noStrike">
              <a:solidFill>
                <a:srgbClr val="000000"/>
              </a:solidFill>
              <a:latin typeface="Arial"/>
            </a:endParaRPr>
          </a:p>
          <a:p>
            <a:pPr marL="393120" indent="0" algn="just">
              <a:lnSpc>
                <a:spcPct val="100000"/>
              </a:lnSpc>
              <a:spcBef>
                <a:spcPts val="1417"/>
              </a:spcBef>
              <a:buNone/>
              <a:tabLst>
                <a:tab algn="l" pos="0"/>
              </a:tabLst>
            </a:pPr>
            <a:r>
              <a:rPr b="0" lang="en-IN" sz="2400" spc="-1" strike="noStrike">
                <a:solidFill>
                  <a:srgbClr val="000000"/>
                </a:solidFill>
                <a:latin typeface="Arial"/>
              </a:rPr>
              <a:t>The key features of NoSQL databases are</a:t>
            </a:r>
            <a:endParaRPr b="0" lang="en-IN" sz="2400" spc="-1" strike="noStrike">
              <a:solidFill>
                <a:srgbClr val="000000"/>
              </a:solidFill>
              <a:latin typeface="Arial"/>
            </a:endParaRPr>
          </a:p>
          <a:p>
            <a:pPr marL="393120" indent="0" algn="just">
              <a:lnSpc>
                <a:spcPct val="100000"/>
              </a:lnSpc>
              <a:spcBef>
                <a:spcPts val="1417"/>
              </a:spcBef>
              <a:buNone/>
              <a:tabLst>
                <a:tab algn="l" pos="0"/>
              </a:tabLst>
            </a:pPr>
            <a:r>
              <a:rPr b="0" lang="en-IN" sz="2400" spc="-1" strike="noStrike">
                <a:solidFill>
                  <a:srgbClr val="000000"/>
                </a:solidFill>
                <a:latin typeface="Arial"/>
              </a:rPr>
              <a:t>1. Multiple data model compatibility</a:t>
            </a:r>
            <a:endParaRPr b="0" lang="en-IN" sz="2400" spc="-1" strike="noStrike">
              <a:solidFill>
                <a:srgbClr val="000000"/>
              </a:solidFill>
              <a:latin typeface="Arial"/>
            </a:endParaRPr>
          </a:p>
          <a:p>
            <a:pPr marL="393120" indent="0" algn="just">
              <a:lnSpc>
                <a:spcPct val="100000"/>
              </a:lnSpc>
              <a:spcBef>
                <a:spcPts val="1417"/>
              </a:spcBef>
              <a:buNone/>
              <a:tabLst>
                <a:tab algn="l" pos="0"/>
              </a:tabLst>
            </a:pPr>
            <a:r>
              <a:rPr b="0" lang="en-IN" sz="2400" spc="-1" strike="noStrike">
                <a:solidFill>
                  <a:srgbClr val="000000"/>
                </a:solidFill>
                <a:latin typeface="Arial"/>
              </a:rPr>
              <a:t>2. Enhanced scalability and availability</a:t>
            </a:r>
            <a:endParaRPr b="0" lang="en-IN" sz="2400" spc="-1" strike="noStrike">
              <a:solidFill>
                <a:srgbClr val="000000"/>
              </a:solidFill>
              <a:latin typeface="Arial"/>
            </a:endParaRPr>
          </a:p>
          <a:p>
            <a:pPr marL="393120" indent="-294840" algn="just">
              <a:lnSpc>
                <a:spcPct val="100000"/>
              </a:lnSpc>
              <a:spcBef>
                <a:spcPts val="1417"/>
              </a:spcBef>
              <a:buClr>
                <a:srgbClr val="000000"/>
              </a:buClr>
              <a:buSzPct val="45000"/>
              <a:buFont typeface="Wingdings" charset="2"/>
              <a:buChar char=""/>
              <a:tabLst>
                <a:tab algn="l" pos="0"/>
              </a:tabLst>
            </a:pPr>
            <a:r>
              <a:rPr b="0" lang="en-IN" sz="2400" spc="-1" strike="noStrike">
                <a:solidFill>
                  <a:srgbClr val="000000"/>
                </a:solidFill>
                <a:latin typeface="Arial"/>
              </a:rPr>
              <a:t>3. Global data distribution</a:t>
            </a:r>
            <a:endParaRPr b="0" lang="en-IN" sz="2400" spc="-1" strike="noStrike">
              <a:solidFill>
                <a:srgbClr val="000000"/>
              </a:solidFill>
              <a:latin typeface="Arial"/>
            </a:endParaRPr>
          </a:p>
          <a:p>
            <a:pPr marL="393120" indent="0">
              <a:lnSpc>
                <a:spcPct val="100000"/>
              </a:lnSpc>
              <a:spcBef>
                <a:spcPts val="1417"/>
              </a:spcBef>
              <a:buNone/>
              <a:tabLst>
                <a:tab algn="l" pos="0"/>
              </a:tabLst>
            </a:pPr>
            <a:endParaRPr b="0" lang="en-IN" sz="3200" spc="-1" strike="noStrike">
              <a:solidFill>
                <a:srgbClr val="000000"/>
              </a:solidFill>
              <a:latin typeface="Arial"/>
            </a:endParaRPr>
          </a:p>
          <a:p>
            <a:pPr marL="393120" indent="0">
              <a:lnSpc>
                <a:spcPct val="100000"/>
              </a:lnSpc>
              <a:spcBef>
                <a:spcPts val="1417"/>
              </a:spcBef>
              <a:buNone/>
              <a:tabLst>
                <a:tab algn="l" pos="0"/>
              </a:tabLst>
            </a:pP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Multiple data model compatibility</a:t>
            </a:r>
            <a:endParaRPr b="0" lang="en-IN" sz="4400" spc="-1" strike="noStrike">
              <a:solidFill>
                <a:srgbClr val="000000"/>
              </a:solidFill>
              <a:latin typeface="Arial"/>
            </a:endParaRPr>
          </a:p>
        </p:txBody>
      </p:sp>
      <p:sp>
        <p:nvSpPr>
          <p:cNvPr id="400"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90000"/>
          </a:bodyPr>
          <a:p>
            <a:pPr marL="388800" indent="0" algn="just">
              <a:lnSpc>
                <a:spcPct val="100000"/>
              </a:lnSpc>
              <a:spcBef>
                <a:spcPts val="1417"/>
              </a:spcBef>
              <a:buNone/>
              <a:tabLst>
                <a:tab algn="l" pos="0"/>
              </a:tabLst>
            </a:pPr>
            <a:r>
              <a:rPr b="0" lang="en-IN" sz="2400" spc="-1" strike="noStrike">
                <a:solidFill>
                  <a:srgbClr val="000000"/>
                </a:solidFill>
                <a:latin typeface="Arial"/>
              </a:rPr>
              <a:t>It can ingest unstructured, semi-structured, and structured data, all with equal speed and ease. This is especially useful as specific applications require specific data models.</a:t>
            </a:r>
            <a:endParaRPr b="0" lang="en-IN" sz="2400" spc="-1" strike="noStrike">
              <a:solidFill>
                <a:srgbClr val="000000"/>
              </a:solidFill>
              <a:latin typeface="Arial"/>
            </a:endParaRPr>
          </a:p>
          <a:p>
            <a:pPr marL="388800" indent="0" algn="just">
              <a:lnSpc>
                <a:spcPct val="100000"/>
              </a:lnSpc>
              <a:spcBef>
                <a:spcPts val="1417"/>
              </a:spcBef>
              <a:buNone/>
              <a:tabLst>
                <a:tab algn="l" pos="0"/>
              </a:tabLst>
            </a:pPr>
            <a:r>
              <a:rPr b="0" lang="en-IN" sz="2400" spc="-1" strike="noStrike">
                <a:solidFill>
                  <a:srgbClr val="000000"/>
                </a:solidFill>
                <a:latin typeface="Arial"/>
              </a:rPr>
              <a:t>NoSQL databases find favor with architects and developers as they aim to handle various Agile development requirements swiftly and efficiently. </a:t>
            </a:r>
            <a:endParaRPr b="0" lang="en-IN" sz="2400" spc="-1" strike="noStrike">
              <a:solidFill>
                <a:srgbClr val="000000"/>
              </a:solidFill>
              <a:latin typeface="Arial"/>
            </a:endParaRPr>
          </a:p>
          <a:p>
            <a:pPr marL="388800" indent="0" algn="just">
              <a:lnSpc>
                <a:spcPct val="100000"/>
              </a:lnSpc>
              <a:spcBef>
                <a:spcPts val="1417"/>
              </a:spcBef>
              <a:buNone/>
              <a:tabLst>
                <a:tab algn="l" pos="0"/>
              </a:tabLst>
            </a:pPr>
            <a:r>
              <a:rPr b="0" lang="en-IN" sz="2400" spc="-1" strike="noStrike">
                <a:solidFill>
                  <a:srgbClr val="000000"/>
                </a:solidFill>
                <a:latin typeface="Arial"/>
              </a:rPr>
              <a:t>By supporting numerous data models, NoSQL allows the same data to be used in different types of data models without the need to manage separate databases.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Enhanced scalability and availability</a:t>
            </a:r>
            <a:endParaRPr b="0" lang="en-IN" sz="4400" spc="-1" strike="noStrike">
              <a:solidFill>
                <a:srgbClr val="000000"/>
              </a:solidFill>
              <a:latin typeface="Arial"/>
            </a:endParaRPr>
          </a:p>
        </p:txBody>
      </p:sp>
      <p:sp>
        <p:nvSpPr>
          <p:cNvPr id="402"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85000"/>
          </a:bodyPr>
          <a:p>
            <a:pPr marL="367200" indent="0" algn="just">
              <a:lnSpc>
                <a:spcPct val="100000"/>
              </a:lnSpc>
              <a:spcBef>
                <a:spcPts val="1417"/>
              </a:spcBef>
              <a:buNone/>
              <a:tabLst>
                <a:tab algn="l" pos="0"/>
              </a:tabLst>
            </a:pPr>
            <a:r>
              <a:rPr b="0" lang="en-IN" sz="2400" spc="-1" strike="noStrike">
                <a:solidFill>
                  <a:srgbClr val="000000"/>
                </a:solidFill>
                <a:latin typeface="Arial"/>
              </a:rPr>
              <a:t>NoSQL solutions can offer a serverless, peer-to-peer architecture with consistent properties among all nodes. </a:t>
            </a:r>
            <a:endParaRPr b="0" lang="en-IN" sz="2400" spc="-1" strike="noStrike">
              <a:solidFill>
                <a:srgbClr val="000000"/>
              </a:solidFill>
              <a:latin typeface="Arial"/>
            </a:endParaRPr>
          </a:p>
          <a:p>
            <a:pPr marL="367200" indent="0" algn="just">
              <a:lnSpc>
                <a:spcPct val="100000"/>
              </a:lnSpc>
              <a:spcBef>
                <a:spcPts val="1417"/>
              </a:spcBef>
              <a:buNone/>
              <a:tabLst>
                <a:tab algn="l" pos="0"/>
              </a:tabLst>
            </a:pPr>
            <a:r>
              <a:rPr b="0" lang="en-IN" sz="2400" spc="-1" strike="noStrike">
                <a:solidFill>
                  <a:srgbClr val="000000"/>
                </a:solidFill>
                <a:latin typeface="Arial"/>
              </a:rPr>
              <a:t>This allows for simplified scalability, making NoSQL highly adaptable for cloud applications. </a:t>
            </a:r>
            <a:endParaRPr b="0" lang="en-IN" sz="2400" spc="-1" strike="noStrike">
              <a:solidFill>
                <a:srgbClr val="000000"/>
              </a:solidFill>
              <a:latin typeface="Arial"/>
            </a:endParaRPr>
          </a:p>
          <a:p>
            <a:pPr marL="367200" indent="0" algn="just">
              <a:lnSpc>
                <a:spcPct val="100000"/>
              </a:lnSpc>
              <a:spcBef>
                <a:spcPts val="1417"/>
              </a:spcBef>
              <a:buNone/>
              <a:tabLst>
                <a:tab algn="l" pos="0"/>
              </a:tabLst>
            </a:pPr>
            <a:r>
              <a:rPr b="0" lang="en-IN" sz="2400" spc="-1" strike="noStrike">
                <a:solidFill>
                  <a:srgbClr val="000000"/>
                </a:solidFill>
                <a:latin typeface="Arial"/>
              </a:rPr>
              <a:t>Performance is also improved, enabling more excellent read and write speeds and continuous availability.</a:t>
            </a:r>
            <a:endParaRPr b="0" lang="en-IN" sz="2400" spc="-1" strike="noStrike">
              <a:solidFill>
                <a:srgbClr val="000000"/>
              </a:solidFill>
              <a:latin typeface="Arial"/>
            </a:endParaRPr>
          </a:p>
          <a:p>
            <a:pPr marL="367200" indent="0" algn="just">
              <a:lnSpc>
                <a:spcPct val="100000"/>
              </a:lnSpc>
              <a:spcBef>
                <a:spcPts val="1417"/>
              </a:spcBef>
              <a:buNone/>
              <a:tabLst>
                <a:tab algn="l" pos="0"/>
              </a:tabLst>
            </a:pPr>
            <a:r>
              <a:rPr b="0" lang="en-IN" sz="2400" spc="-1" strike="noStrike">
                <a:solidFill>
                  <a:srgbClr val="000000"/>
                </a:solidFill>
                <a:latin typeface="Arial"/>
              </a:rPr>
              <a:t>NoSQL databases also use sharding to scale horizontally. Data is partitioned and placed on numerous machines in this process to preserve its ordering. </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Global Distribution</a:t>
            </a:r>
            <a:endParaRPr b="0" lang="en-IN" sz="4400" spc="-1" strike="noStrike">
              <a:solidFill>
                <a:srgbClr val="000000"/>
              </a:solidFill>
              <a:latin typeface="Arial"/>
            </a:endParaRPr>
          </a:p>
        </p:txBody>
      </p:sp>
      <p:sp>
        <p:nvSpPr>
          <p:cNvPr id="404"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90000"/>
          </a:bodyPr>
          <a:p>
            <a:pPr marL="388800" indent="0" algn="just">
              <a:lnSpc>
                <a:spcPct val="100000"/>
              </a:lnSpc>
              <a:spcBef>
                <a:spcPts val="1417"/>
              </a:spcBef>
              <a:buNone/>
              <a:tabLst>
                <a:tab algn="l" pos="0"/>
              </a:tabLst>
            </a:pPr>
            <a:r>
              <a:rPr b="0" lang="en-IN" sz="2400" spc="-1" strike="noStrike">
                <a:solidFill>
                  <a:srgbClr val="000000"/>
                </a:solidFill>
                <a:latin typeface="Arial"/>
              </a:rPr>
              <a:t>Cutting-edge NoSQL databases can ensure data distribution at a global scale. This is achieved through multiple cloud regions and data centers for read-and-write operations across several locations.</a:t>
            </a:r>
            <a:endParaRPr b="0" lang="en-IN" sz="2400" spc="-1" strike="noStrike">
              <a:solidFill>
                <a:srgbClr val="000000"/>
              </a:solidFill>
              <a:latin typeface="Arial"/>
            </a:endParaRPr>
          </a:p>
          <a:p>
            <a:pPr marL="388800" indent="0" algn="just">
              <a:lnSpc>
                <a:spcPct val="100000"/>
              </a:lnSpc>
              <a:spcBef>
                <a:spcPts val="1417"/>
              </a:spcBef>
              <a:buNone/>
              <a:tabLst>
                <a:tab algn="l" pos="0"/>
              </a:tabLst>
            </a:pPr>
            <a:r>
              <a:rPr b="0" lang="en-IN" sz="2400" spc="-1" strike="noStrike">
                <a:solidFill>
                  <a:srgbClr val="000000"/>
                </a:solidFill>
                <a:latin typeface="Arial"/>
              </a:rPr>
              <a:t>This contrasts relational databases, which generally rely on centralized, location-dependent applications for read and write operations. </a:t>
            </a:r>
            <a:endParaRPr b="0" lang="en-IN" sz="2400" spc="-1" strike="noStrike">
              <a:solidFill>
                <a:srgbClr val="000000"/>
              </a:solidFill>
              <a:latin typeface="Arial"/>
            </a:endParaRPr>
          </a:p>
          <a:p>
            <a:pPr marL="388800" indent="0" algn="just">
              <a:lnSpc>
                <a:spcPct val="100000"/>
              </a:lnSpc>
              <a:spcBef>
                <a:spcPts val="1417"/>
              </a:spcBef>
              <a:buNone/>
              <a:tabLst>
                <a:tab algn="l" pos="0"/>
              </a:tabLst>
            </a:pPr>
            <a:r>
              <a:rPr b="0" lang="en-IN" sz="2400" spc="-1" strike="noStrike">
                <a:solidFill>
                  <a:srgbClr val="000000"/>
                </a:solidFill>
                <a:latin typeface="Arial"/>
              </a:rPr>
              <a:t>By distributing multiple copies of data to ensure that information is as close as possible to where it needs to be, globally distributed NoSQL databases ensure minimal wait times.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CAP Theorem</a:t>
            </a:r>
            <a:endParaRPr b="0" lang="en-IN" sz="4400" spc="-1" strike="noStrike">
              <a:solidFill>
                <a:srgbClr val="000000"/>
              </a:solidFill>
              <a:latin typeface="Arial"/>
            </a:endParaRPr>
          </a:p>
        </p:txBody>
      </p:sp>
      <p:sp>
        <p:nvSpPr>
          <p:cNvPr id="406"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400" spc="-1" strike="noStrike">
                <a:solidFill>
                  <a:srgbClr val="000000"/>
                </a:solidFill>
                <a:latin typeface="Arial"/>
              </a:rPr>
              <a:t>The CAP theorem says that a distributed system can deliver only two of three desired characteristics: consistency, availability and partition tolerance (the ‘C,’ ‘A’ and ‘P’ in CAP).</a:t>
            </a:r>
            <a:endParaRPr b="0" lang="en-IN" sz="2400" spc="-1" strike="noStrike">
              <a:solidFill>
                <a:srgbClr val="000000"/>
              </a:solidFill>
              <a:latin typeface="Arial"/>
            </a:endParaRPr>
          </a:p>
          <a:p>
            <a:pPr marL="432000" indent="0" algn="just">
              <a:lnSpc>
                <a:spcPct val="100000"/>
              </a:lnSpc>
              <a:spcBef>
                <a:spcPts val="1417"/>
              </a:spcBef>
              <a:buNone/>
              <a:tabLst>
                <a:tab algn="l" pos="0"/>
              </a:tabLst>
            </a:pPr>
            <a:r>
              <a:rPr b="0" lang="en-IN" sz="2400" spc="-1" strike="noStrike">
                <a:solidFill>
                  <a:srgbClr val="000000"/>
                </a:solidFill>
                <a:latin typeface="Arial"/>
              </a:rPr>
              <a:t>The CAP theorem is also called Brewer’s Theorem, because it was first advanced by Professor Eric A. Brewer during a talk he gave on distributed computing in 2000. </a:t>
            </a:r>
            <a:endParaRPr b="0" lang="en-IN" sz="2400" spc="-1" strike="noStrike">
              <a:solidFill>
                <a:srgbClr val="000000"/>
              </a:solidFill>
              <a:latin typeface="Arial"/>
            </a:endParaRPr>
          </a:p>
          <a:p>
            <a:pPr marL="432000" indent="0" algn="just">
              <a:lnSpc>
                <a:spcPct val="100000"/>
              </a:lnSpc>
              <a:spcBef>
                <a:spcPts val="1417"/>
              </a:spcBef>
              <a:buNone/>
              <a:tabLst>
                <a:tab algn="l" pos="0"/>
              </a:tabLst>
            </a:pPr>
            <a:r>
              <a:rPr b="0" lang="en-IN" sz="2400" spc="-1" strike="noStrike">
                <a:solidFill>
                  <a:srgbClr val="000000"/>
                </a:solidFill>
                <a:latin typeface="Arial"/>
              </a:rPr>
              <a:t>Two years later, MIT professors Seth Gilbert and Nancy Lynch published a proof of “Brewer’s Conjecture.”</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More on CAP</a:t>
            </a:r>
            <a:endParaRPr b="0" lang="en-IN" sz="4400" spc="-1" strike="noStrike">
              <a:solidFill>
                <a:srgbClr val="000000"/>
              </a:solidFill>
              <a:latin typeface="Arial"/>
            </a:endParaRPr>
          </a:p>
        </p:txBody>
      </p:sp>
      <p:sp>
        <p:nvSpPr>
          <p:cNvPr id="408"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81000"/>
          </a:bodyPr>
          <a:p>
            <a:pPr marL="349920" indent="0" algn="just">
              <a:lnSpc>
                <a:spcPct val="100000"/>
              </a:lnSpc>
              <a:spcBef>
                <a:spcPts val="1417"/>
              </a:spcBef>
              <a:buNone/>
              <a:tabLst>
                <a:tab algn="l" pos="0"/>
              </a:tabLst>
            </a:pPr>
            <a:r>
              <a:rPr b="0" lang="en-IN" sz="2400" spc="-1" strike="noStrike">
                <a:solidFill>
                  <a:srgbClr val="000000"/>
                </a:solidFill>
                <a:latin typeface="Arial"/>
              </a:rPr>
              <a:t>Let’s take a detailed look at the three distributed system characteristics to which the CAP theorem refers.</a:t>
            </a:r>
            <a:endParaRPr b="0" lang="en-IN" sz="2400" spc="-1" strike="noStrike">
              <a:solidFill>
                <a:srgbClr val="000000"/>
              </a:solidFill>
              <a:latin typeface="Arial"/>
            </a:endParaRPr>
          </a:p>
          <a:p>
            <a:pPr marL="349920" indent="0" algn="just">
              <a:lnSpc>
                <a:spcPct val="100000"/>
              </a:lnSpc>
              <a:spcBef>
                <a:spcPts val="1417"/>
              </a:spcBef>
              <a:buNone/>
              <a:tabLst>
                <a:tab algn="l" pos="0"/>
              </a:tabLst>
            </a:pPr>
            <a:r>
              <a:rPr b="1" lang="en-IN" sz="2000" spc="-1" strike="noStrike">
                <a:solidFill>
                  <a:srgbClr val="000000"/>
                </a:solidFill>
                <a:latin typeface="Arial"/>
              </a:rPr>
              <a:t>Consistency</a:t>
            </a:r>
            <a:r>
              <a:rPr b="0" lang="en-IN" sz="2000" spc="-1" strike="noStrike">
                <a:solidFill>
                  <a:srgbClr val="000000"/>
                </a:solidFill>
                <a:latin typeface="Arial"/>
              </a:rPr>
              <a:t> means that all clients see the same data at the same time, no matter which node they connect to. For this to happen, whenever data is written to one node, it must be instantly forwarded or replicated to all the other nodes in the system before the write is deemed ‘successful.’</a:t>
            </a:r>
            <a:endParaRPr b="0" lang="en-IN" sz="2000" spc="-1" strike="noStrike">
              <a:solidFill>
                <a:srgbClr val="000000"/>
              </a:solidFill>
              <a:latin typeface="Arial"/>
            </a:endParaRPr>
          </a:p>
          <a:p>
            <a:pPr marL="349920" indent="0" algn="just">
              <a:lnSpc>
                <a:spcPct val="100000"/>
              </a:lnSpc>
              <a:spcBef>
                <a:spcPts val="1417"/>
              </a:spcBef>
              <a:buNone/>
              <a:tabLst>
                <a:tab algn="l" pos="0"/>
              </a:tabLst>
            </a:pPr>
            <a:r>
              <a:rPr b="1" lang="en-IN" sz="2000" spc="-1" strike="noStrike">
                <a:solidFill>
                  <a:srgbClr val="000000"/>
                </a:solidFill>
                <a:latin typeface="Arial"/>
              </a:rPr>
              <a:t>Availability</a:t>
            </a:r>
            <a:r>
              <a:rPr b="0" lang="en-IN" sz="2000" spc="-1" strike="noStrike">
                <a:solidFill>
                  <a:srgbClr val="000000"/>
                </a:solidFill>
                <a:latin typeface="Arial"/>
              </a:rPr>
              <a:t> means that any client making a request for data gets a response, even if one or more nodes are down. Another way to state this—all working nodes in the distributed system return a valid response for any request, without exception.</a:t>
            </a:r>
            <a:endParaRPr b="0" lang="en-IN" sz="2000" spc="-1" strike="noStrike">
              <a:solidFill>
                <a:srgbClr val="000000"/>
              </a:solidFill>
              <a:latin typeface="Arial"/>
            </a:endParaRPr>
          </a:p>
          <a:p>
            <a:pPr marL="349920" indent="0" algn="just">
              <a:lnSpc>
                <a:spcPct val="100000"/>
              </a:lnSpc>
              <a:spcBef>
                <a:spcPts val="1417"/>
              </a:spcBef>
              <a:buNone/>
              <a:tabLst>
                <a:tab algn="l" pos="0"/>
              </a:tabLst>
            </a:pPr>
            <a:r>
              <a:rPr b="1" lang="en-IN" sz="2000" spc="-1" strike="noStrike">
                <a:solidFill>
                  <a:srgbClr val="000000"/>
                </a:solidFill>
                <a:latin typeface="Arial"/>
              </a:rPr>
              <a:t>Partition tolerance</a:t>
            </a:r>
            <a:r>
              <a:rPr b="0" lang="en-IN" sz="2000" spc="-1" strike="noStrike">
                <a:solidFill>
                  <a:srgbClr val="000000"/>
                </a:solidFill>
                <a:latin typeface="Arial"/>
              </a:rPr>
              <a:t> means that the cluster must continue to work despite any number of communication breakdowns between nodes in the system.</a:t>
            </a:r>
            <a:endParaRPr b="0" lang="en-IN" sz="2000" spc="-1" strike="noStrike">
              <a:solidFill>
                <a:srgbClr val="000000"/>
              </a:solidFill>
              <a:latin typeface="Arial"/>
            </a:endParaRPr>
          </a:p>
          <a:p>
            <a:pPr marL="349920" indent="0">
              <a:lnSpc>
                <a:spcPct val="100000"/>
              </a:lnSpc>
              <a:spcBef>
                <a:spcPts val="1417"/>
              </a:spcBef>
              <a:buNone/>
              <a:tabLst>
                <a:tab algn="l" pos="0"/>
              </a:tabLst>
            </a:pPr>
            <a:endParaRPr b="0" lang="en-IN" sz="3200" spc="-1" strike="noStrike">
              <a:solidFill>
                <a:srgbClr val="000000"/>
              </a:solidFill>
              <a:latin typeface="Arial"/>
            </a:endParaRPr>
          </a:p>
          <a:p>
            <a:pPr marL="349920" indent="0">
              <a:lnSpc>
                <a:spcPct val="100000"/>
              </a:lnSpc>
              <a:spcBef>
                <a:spcPts val="1417"/>
              </a:spcBef>
              <a:buNone/>
              <a:tabLst>
                <a:tab algn="l" pos="0"/>
              </a:tabLst>
            </a:pP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410"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84000"/>
          </a:bodyPr>
          <a:p>
            <a:pPr marL="362880" indent="0" algn="just">
              <a:lnSpc>
                <a:spcPct val="100000"/>
              </a:lnSpc>
              <a:spcBef>
                <a:spcPts val="1417"/>
              </a:spcBef>
              <a:buNone/>
              <a:tabLst>
                <a:tab algn="l" pos="0"/>
              </a:tabLst>
            </a:pPr>
            <a:r>
              <a:rPr b="0" lang="en-IN" sz="2000" spc="-1" strike="noStrike">
                <a:solidFill>
                  <a:srgbClr val="000000"/>
                </a:solidFill>
                <a:latin typeface="Arial"/>
              </a:rPr>
              <a:t>Today, NoSQL databases are classified based on the two CAP characteristics they support:</a:t>
            </a:r>
            <a:endParaRPr b="0" lang="en-IN" sz="2000" spc="-1" strike="noStrike">
              <a:solidFill>
                <a:srgbClr val="000000"/>
              </a:solidFill>
              <a:latin typeface="Arial"/>
            </a:endParaRPr>
          </a:p>
          <a:p>
            <a:pPr marL="362880" indent="0" algn="just">
              <a:lnSpc>
                <a:spcPct val="100000"/>
              </a:lnSpc>
              <a:spcBef>
                <a:spcPts val="1417"/>
              </a:spcBef>
              <a:buNone/>
              <a:tabLst>
                <a:tab algn="l" pos="0"/>
              </a:tabLst>
            </a:pPr>
            <a:r>
              <a:rPr b="1" lang="en-IN" sz="2000" spc="-1" strike="noStrike">
                <a:solidFill>
                  <a:srgbClr val="000000"/>
                </a:solidFill>
                <a:latin typeface="Arial"/>
              </a:rPr>
              <a:t>CP database</a:t>
            </a:r>
            <a:r>
              <a:rPr b="0" lang="en-IN" sz="2000" spc="-1" strike="noStrike">
                <a:solidFill>
                  <a:srgbClr val="000000"/>
                </a:solidFill>
                <a:latin typeface="Arial"/>
              </a:rPr>
              <a:t>: A CP database delivers consistency and partition tolerance at the expense of availability. When a partition occurs between any two nodes, the system has to shut down the non-consistent node (i.e., make it unavailable) until the partition is resolved.</a:t>
            </a:r>
            <a:endParaRPr b="0" lang="en-IN" sz="2000" spc="-1" strike="noStrike">
              <a:solidFill>
                <a:srgbClr val="000000"/>
              </a:solidFill>
              <a:latin typeface="Arial"/>
            </a:endParaRPr>
          </a:p>
          <a:p>
            <a:pPr marL="362880" indent="0" algn="just">
              <a:lnSpc>
                <a:spcPct val="100000"/>
              </a:lnSpc>
              <a:spcBef>
                <a:spcPts val="1417"/>
              </a:spcBef>
              <a:buNone/>
              <a:tabLst>
                <a:tab algn="l" pos="0"/>
              </a:tabLst>
            </a:pPr>
            <a:r>
              <a:rPr b="1" lang="en-IN" sz="2000" spc="-1" strike="noStrike">
                <a:solidFill>
                  <a:srgbClr val="000000"/>
                </a:solidFill>
                <a:latin typeface="Arial"/>
              </a:rPr>
              <a:t>AP database</a:t>
            </a:r>
            <a:r>
              <a:rPr b="0" lang="en-IN" sz="2000" spc="-1" strike="noStrike">
                <a:solidFill>
                  <a:srgbClr val="000000"/>
                </a:solidFill>
                <a:latin typeface="Arial"/>
              </a:rPr>
              <a:t>: An AP database delivers availability and partition tolerance at the expense of consistency. When a partition occurs, all nodes remain available but those at the wrong end of a partition might return an older version of data than others.</a:t>
            </a:r>
            <a:endParaRPr b="0" lang="en-IN" sz="2000" spc="-1" strike="noStrike">
              <a:solidFill>
                <a:srgbClr val="000000"/>
              </a:solidFill>
              <a:latin typeface="Arial"/>
            </a:endParaRPr>
          </a:p>
          <a:p>
            <a:pPr marL="362880" indent="-272160" algn="just">
              <a:lnSpc>
                <a:spcPct val="100000"/>
              </a:lnSpc>
              <a:spcBef>
                <a:spcPts val="1417"/>
              </a:spcBef>
              <a:buClr>
                <a:srgbClr val="000000"/>
              </a:buClr>
              <a:buSzPct val="45000"/>
              <a:buFont typeface="Wingdings" charset="2"/>
              <a:buChar char=""/>
              <a:tabLst>
                <a:tab algn="l" pos="0"/>
              </a:tabLst>
            </a:pPr>
            <a:r>
              <a:rPr b="1" lang="en-IN" sz="2000" spc="-1" strike="noStrike">
                <a:solidFill>
                  <a:srgbClr val="000000"/>
                </a:solidFill>
                <a:latin typeface="Arial"/>
              </a:rPr>
              <a:t>CA database</a:t>
            </a:r>
            <a:r>
              <a:rPr b="0" lang="en-IN" sz="2000" spc="-1" strike="noStrike">
                <a:solidFill>
                  <a:srgbClr val="000000"/>
                </a:solidFill>
                <a:latin typeface="Arial"/>
              </a:rPr>
              <a:t>: A CA database delivers consistency and availability across all nodes. It can’t do this if there is a partition between any two nodes in the system, however, and therefore can’t deliver fault tolerance.</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Mongodb and the CAP</a:t>
            </a:r>
            <a:endParaRPr b="0" lang="en-IN" sz="4400" spc="-1" strike="noStrike">
              <a:solidFill>
                <a:srgbClr val="000000"/>
              </a:solidFill>
              <a:latin typeface="Arial"/>
            </a:endParaRPr>
          </a:p>
        </p:txBody>
      </p:sp>
      <p:sp>
        <p:nvSpPr>
          <p:cNvPr id="412"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75000"/>
          </a:bodyPr>
          <a:p>
            <a:pPr marL="324000" indent="0" algn="just">
              <a:lnSpc>
                <a:spcPct val="100000"/>
              </a:lnSpc>
              <a:spcBef>
                <a:spcPts val="1417"/>
              </a:spcBef>
              <a:buNone/>
              <a:tabLst>
                <a:tab algn="l" pos="0"/>
              </a:tabLst>
            </a:pPr>
            <a:r>
              <a:rPr b="1" lang="en-IN" sz="3200" spc="-1" strike="noStrike">
                <a:solidFill>
                  <a:srgbClr val="000000"/>
                </a:solidFill>
                <a:latin typeface="Arial"/>
              </a:rPr>
              <a:t>MongoDB</a:t>
            </a:r>
            <a:r>
              <a:rPr b="0" lang="en-IN" sz="3200" spc="-1" strike="noStrike">
                <a:solidFill>
                  <a:srgbClr val="000000"/>
                </a:solidFill>
                <a:latin typeface="Arial"/>
              </a:rPr>
              <a:t> is a single-master system—each replica set can have only one primary node that receives all the write operations. </a:t>
            </a:r>
            <a:endParaRPr b="0" lang="en-IN" sz="3200" spc="-1" strike="noStrike">
              <a:solidFill>
                <a:srgbClr val="000000"/>
              </a:solidFill>
              <a:latin typeface="Arial"/>
            </a:endParaRPr>
          </a:p>
          <a:p>
            <a:pPr marL="324000" indent="0" algn="just">
              <a:lnSpc>
                <a:spcPct val="100000"/>
              </a:lnSpc>
              <a:spcBef>
                <a:spcPts val="1417"/>
              </a:spcBef>
              <a:buNone/>
              <a:tabLst>
                <a:tab algn="l" pos="0"/>
              </a:tabLst>
            </a:pPr>
            <a:r>
              <a:rPr b="0" lang="en-IN" sz="3200" spc="-1" strike="noStrike">
                <a:solidFill>
                  <a:srgbClr val="000000"/>
                </a:solidFill>
                <a:latin typeface="Arial"/>
              </a:rPr>
              <a:t>All other nodes in the same replica set are secondary nodes that replicate the primary node's operation log and apply it to their own data set. </a:t>
            </a:r>
            <a:endParaRPr b="0" lang="en-IN" sz="3200" spc="-1" strike="noStrike">
              <a:solidFill>
                <a:srgbClr val="000000"/>
              </a:solidFill>
              <a:latin typeface="Arial"/>
            </a:endParaRPr>
          </a:p>
          <a:p>
            <a:pPr marL="324000" indent="0" algn="just">
              <a:lnSpc>
                <a:spcPct val="100000"/>
              </a:lnSpc>
              <a:spcBef>
                <a:spcPts val="1417"/>
              </a:spcBef>
              <a:buNone/>
              <a:tabLst>
                <a:tab algn="l" pos="0"/>
              </a:tabLst>
            </a:pPr>
            <a:r>
              <a:rPr b="0" lang="en-IN" sz="3200" spc="-1" strike="noStrike">
                <a:solidFill>
                  <a:srgbClr val="000000"/>
                </a:solidFill>
                <a:latin typeface="Arial"/>
              </a:rPr>
              <a:t>By default, clients also read from the primary node, but they can also specify a read preference that allows them to read from secondary nodes.</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504000" y="226080"/>
            <a:ext cx="9071280" cy="94572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414"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400" spc="-1" strike="noStrike">
                <a:solidFill>
                  <a:srgbClr val="000000"/>
                </a:solidFill>
                <a:latin typeface="Arial"/>
              </a:rPr>
              <a:t>When the primary node becomes unavailable, the secondary node with the most recent operation log will be elected as the new primary node. </a:t>
            </a:r>
            <a:endParaRPr b="0" lang="en-IN" sz="2400" spc="-1" strike="noStrike">
              <a:solidFill>
                <a:srgbClr val="000000"/>
              </a:solidFill>
              <a:latin typeface="Arial"/>
            </a:endParaRPr>
          </a:p>
          <a:p>
            <a:pPr marL="432000" indent="0" algn="just">
              <a:lnSpc>
                <a:spcPct val="100000"/>
              </a:lnSpc>
              <a:spcBef>
                <a:spcPts val="1417"/>
              </a:spcBef>
              <a:buNone/>
              <a:tabLst>
                <a:tab algn="l" pos="0"/>
              </a:tabLst>
            </a:pPr>
            <a:r>
              <a:rPr b="0" lang="en-IN" sz="2400" spc="-1" strike="noStrike">
                <a:solidFill>
                  <a:srgbClr val="000000"/>
                </a:solidFill>
                <a:latin typeface="Arial"/>
              </a:rPr>
              <a:t>Once all the other secondary nodes catch up with the new master, the cluster becomes available again. </a:t>
            </a:r>
            <a:endParaRPr b="0" lang="en-IN" sz="2400" spc="-1" strike="noStrike">
              <a:solidFill>
                <a:srgbClr val="000000"/>
              </a:solidFill>
              <a:latin typeface="Arial"/>
            </a:endParaRPr>
          </a:p>
          <a:p>
            <a:pPr marL="432000" indent="0" algn="just">
              <a:lnSpc>
                <a:spcPct val="100000"/>
              </a:lnSpc>
              <a:spcBef>
                <a:spcPts val="1417"/>
              </a:spcBef>
              <a:buNone/>
              <a:tabLst>
                <a:tab algn="l" pos="0"/>
              </a:tabLst>
            </a:pPr>
            <a:r>
              <a:rPr b="0" lang="en-IN" sz="2400" spc="-1" strike="noStrike">
                <a:solidFill>
                  <a:srgbClr val="000000"/>
                </a:solidFill>
                <a:latin typeface="Arial"/>
              </a:rPr>
              <a:t>As clients can't make any write requests during this interval, the data remains consistent across the entire network.</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SPRAIN</a:t>
            </a:r>
            <a:endParaRPr b="0" lang="en-IN" sz="4400" spc="-1" strike="noStrike">
              <a:solidFill>
                <a:srgbClr val="000000"/>
              </a:solidFill>
              <a:latin typeface="Arial"/>
            </a:endParaRPr>
          </a:p>
        </p:txBody>
      </p:sp>
      <p:sp>
        <p:nvSpPr>
          <p:cNvPr id="416" name="PlaceHolder 2"/>
          <p:cNvSpPr>
            <a:spLocks noGrp="1"/>
          </p:cNvSpPr>
          <p:nvPr>
            <p:ph/>
          </p:nvPr>
        </p:nvSpPr>
        <p:spPr>
          <a:xfrm>
            <a:off x="504000" y="1326600"/>
            <a:ext cx="903564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400" spc="-1" strike="noStrike">
                <a:solidFill>
                  <a:srgbClr val="000000"/>
                </a:solidFill>
                <a:latin typeface="Arial"/>
              </a:rPr>
              <a:t>Factors to consider to select the appropriate database</a:t>
            </a:r>
            <a:endParaRPr b="0" lang="en-IN" sz="2400" spc="-1" strike="noStrike">
              <a:solidFill>
                <a:srgbClr val="000000"/>
              </a:solidFill>
              <a:latin typeface="Arial"/>
            </a:endParaRPr>
          </a:p>
          <a:p>
            <a:pPr marL="432000" indent="0" algn="just">
              <a:lnSpc>
                <a:spcPct val="100000"/>
              </a:lnSpc>
              <a:spcBef>
                <a:spcPts val="1417"/>
              </a:spcBef>
              <a:buNone/>
              <a:tabLst>
                <a:tab algn="l" pos="0"/>
              </a:tabLst>
            </a:pPr>
            <a:r>
              <a:rPr b="0" lang="en-IN" sz="2400" spc="-1" strike="noStrike">
                <a:solidFill>
                  <a:srgbClr val="000000"/>
                </a:solidFill>
                <a:latin typeface="Arial"/>
              </a:rPr>
              <a:t>SPRAIN, is an acronym that refers to the six key factors driving the adoption of alternative data management technologies to traditional relational databases that are being ‘sprained’ as a result of being stretched beyond their normal capacity by the needs of high-volume, highly distributed or highly complex applications.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418" name="PlaceHolder 2"/>
          <p:cNvSpPr>
            <a:spLocks noGrp="1"/>
          </p:cNvSpPr>
          <p:nvPr>
            <p:ph/>
          </p:nvPr>
        </p:nvSpPr>
        <p:spPr>
          <a:xfrm>
            <a:off x="504000" y="1326600"/>
            <a:ext cx="9035640" cy="3286440"/>
          </a:xfrm>
          <a:prstGeom prst="rect">
            <a:avLst/>
          </a:prstGeom>
          <a:noFill/>
          <a:ln w="0">
            <a:noFill/>
          </a:ln>
        </p:spPr>
        <p:txBody>
          <a:bodyPr lIns="0" rIns="0" tIns="0" bIns="0" anchor="t">
            <a:normAutofit fontScale="69000"/>
          </a:bodyPr>
          <a:p>
            <a:pPr marL="298080" indent="0">
              <a:lnSpc>
                <a:spcPct val="100000"/>
              </a:lnSpc>
              <a:spcBef>
                <a:spcPts val="1417"/>
              </a:spcBef>
              <a:buNone/>
              <a:tabLst>
                <a:tab algn="l" pos="0"/>
              </a:tabLst>
            </a:pPr>
            <a:r>
              <a:rPr b="0" lang="en-IN" sz="3200" spc="-1" strike="noStrike">
                <a:solidFill>
                  <a:srgbClr val="000000"/>
                </a:solidFill>
                <a:latin typeface="Arial"/>
              </a:rPr>
              <a:t>Those six key drivers, and their associated sub-drivers, are as follows:</a:t>
            </a:r>
            <a:endParaRPr b="0" lang="en-IN" sz="3200" spc="-1" strike="noStrike">
              <a:solidFill>
                <a:srgbClr val="000000"/>
              </a:solidFill>
              <a:latin typeface="Arial"/>
            </a:endParaRPr>
          </a:p>
          <a:p>
            <a:pPr marL="298080" indent="0">
              <a:lnSpc>
                <a:spcPct val="100000"/>
              </a:lnSpc>
              <a:spcBef>
                <a:spcPts val="1417"/>
              </a:spcBef>
              <a:buNone/>
              <a:tabLst>
                <a:tab algn="l" pos="0"/>
              </a:tabLst>
            </a:pPr>
            <a:r>
              <a:rPr b="0" lang="en-IN" sz="3200" spc="-1" strike="noStrike">
                <a:solidFill>
                  <a:srgbClr val="000000"/>
                </a:solidFill>
                <a:latin typeface="Arial"/>
              </a:rPr>
              <a:t>Scalability</a:t>
            </a:r>
            <a:endParaRPr b="0" lang="en-IN" sz="3200" spc="-1" strike="noStrike">
              <a:solidFill>
                <a:srgbClr val="000000"/>
              </a:solidFill>
              <a:latin typeface="Arial"/>
            </a:endParaRPr>
          </a:p>
          <a:p>
            <a:pPr marL="298080" indent="0">
              <a:lnSpc>
                <a:spcPct val="100000"/>
              </a:lnSpc>
              <a:spcBef>
                <a:spcPts val="1417"/>
              </a:spcBef>
              <a:buNone/>
              <a:tabLst>
                <a:tab algn="l" pos="0"/>
              </a:tabLst>
            </a:pPr>
            <a:r>
              <a:rPr b="0" lang="en-IN" sz="3200" spc="-1" strike="noStrike">
                <a:solidFill>
                  <a:srgbClr val="000000"/>
                </a:solidFill>
                <a:latin typeface="Arial"/>
              </a:rPr>
              <a:t>Performance </a:t>
            </a:r>
            <a:endParaRPr b="0" lang="en-IN" sz="3200" spc="-1" strike="noStrike">
              <a:solidFill>
                <a:srgbClr val="000000"/>
              </a:solidFill>
              <a:latin typeface="Arial"/>
            </a:endParaRPr>
          </a:p>
          <a:p>
            <a:pPr marL="298080" indent="0">
              <a:lnSpc>
                <a:spcPct val="100000"/>
              </a:lnSpc>
              <a:spcBef>
                <a:spcPts val="1417"/>
              </a:spcBef>
              <a:buNone/>
              <a:tabLst>
                <a:tab algn="l" pos="0"/>
              </a:tabLst>
            </a:pPr>
            <a:r>
              <a:rPr b="0" lang="en-IN" sz="3200" spc="-1" strike="noStrike">
                <a:solidFill>
                  <a:srgbClr val="000000"/>
                </a:solidFill>
                <a:latin typeface="Arial"/>
              </a:rPr>
              <a:t>Relaxed consistency </a:t>
            </a:r>
            <a:endParaRPr b="0" lang="en-IN" sz="3200" spc="-1" strike="noStrike">
              <a:solidFill>
                <a:srgbClr val="000000"/>
              </a:solidFill>
              <a:latin typeface="Arial"/>
            </a:endParaRPr>
          </a:p>
          <a:p>
            <a:pPr marL="298080" indent="0">
              <a:lnSpc>
                <a:spcPct val="100000"/>
              </a:lnSpc>
              <a:spcBef>
                <a:spcPts val="1417"/>
              </a:spcBef>
              <a:buNone/>
              <a:tabLst>
                <a:tab algn="l" pos="0"/>
              </a:tabLst>
            </a:pPr>
            <a:r>
              <a:rPr b="0" lang="en-IN" sz="3200" spc="-1" strike="noStrike">
                <a:solidFill>
                  <a:srgbClr val="000000"/>
                </a:solidFill>
                <a:latin typeface="Arial"/>
              </a:rPr>
              <a:t>Agility </a:t>
            </a:r>
            <a:endParaRPr b="0" lang="en-IN" sz="3200" spc="-1" strike="noStrike">
              <a:solidFill>
                <a:srgbClr val="000000"/>
              </a:solidFill>
              <a:latin typeface="Arial"/>
            </a:endParaRPr>
          </a:p>
          <a:p>
            <a:pPr marL="298080" indent="0">
              <a:lnSpc>
                <a:spcPct val="100000"/>
              </a:lnSpc>
              <a:spcBef>
                <a:spcPts val="1417"/>
              </a:spcBef>
              <a:buNone/>
              <a:tabLst>
                <a:tab algn="l" pos="0"/>
              </a:tabLst>
            </a:pPr>
            <a:r>
              <a:rPr b="0" lang="en-IN" sz="3200" spc="-1" strike="noStrike">
                <a:solidFill>
                  <a:srgbClr val="000000"/>
                </a:solidFill>
                <a:latin typeface="Arial"/>
              </a:rPr>
              <a:t>Intricacy </a:t>
            </a:r>
            <a:endParaRPr b="0" lang="en-IN" sz="3200" spc="-1" strike="noStrike">
              <a:solidFill>
                <a:srgbClr val="000000"/>
              </a:solidFill>
              <a:latin typeface="Arial"/>
            </a:endParaRPr>
          </a:p>
          <a:p>
            <a:pPr marL="298080" indent="0">
              <a:lnSpc>
                <a:spcPct val="100000"/>
              </a:lnSpc>
              <a:spcBef>
                <a:spcPts val="1417"/>
              </a:spcBef>
              <a:buNone/>
              <a:tabLst>
                <a:tab algn="l" pos="0"/>
              </a:tabLst>
            </a:pPr>
            <a:r>
              <a:rPr b="0" lang="en-IN" sz="3200" spc="-1" strike="noStrike">
                <a:solidFill>
                  <a:srgbClr val="000000"/>
                </a:solidFill>
                <a:latin typeface="Arial"/>
              </a:rPr>
              <a:t>Necessity </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420" name="PlaceHolder 2"/>
          <p:cNvSpPr>
            <a:spLocks noGrp="1"/>
          </p:cNvSpPr>
          <p:nvPr>
            <p:ph type="subTitle"/>
          </p:nvPr>
        </p:nvSpPr>
        <p:spPr>
          <a:xfrm>
            <a:off x="504000" y="1326600"/>
            <a:ext cx="9069840" cy="3286440"/>
          </a:xfrm>
          <a:prstGeom prst="rect">
            <a:avLst/>
          </a:prstGeom>
          <a:noFill/>
          <a:ln w="0">
            <a:noFill/>
          </a:ln>
        </p:spPr>
        <p:txBody>
          <a:bodyPr lIns="0" rIns="0" tIns="0" bIns="0" anchor="ctr">
            <a:noAutofit/>
          </a:bodyPr>
          <a:p>
            <a:pPr indent="0" algn="ctr">
              <a:lnSpc>
                <a:spcPct val="100000"/>
              </a:lnSpc>
              <a:buNone/>
              <a:tabLst>
                <a:tab algn="l" pos="0"/>
              </a:tabLst>
            </a:pPr>
            <a:r>
              <a:rPr b="0" lang="en-IN" sz="3200" spc="-1" strike="noStrike">
                <a:solidFill>
                  <a:srgbClr val="000000"/>
                </a:solidFill>
                <a:latin typeface="Arial"/>
              </a:rPr>
              <a:t>Mongodb</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422"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rPr>
              <a:t>What</a:t>
            </a:r>
            <a:endParaRPr b="0" lang="en-IN"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rPr>
              <a:t>Why</a:t>
            </a:r>
            <a:endParaRPr b="0" lang="en-IN"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rPr>
              <a:t>How</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What is Mongodb</a:t>
            </a:r>
            <a:endParaRPr b="0" lang="en-IN" sz="4400" spc="-1" strike="noStrike">
              <a:solidFill>
                <a:srgbClr val="000000"/>
              </a:solidFill>
              <a:latin typeface="Arial"/>
            </a:endParaRPr>
          </a:p>
        </p:txBody>
      </p:sp>
      <p:sp>
        <p:nvSpPr>
          <p:cNvPr id="424" name="PlaceHolder 2"/>
          <p:cNvSpPr>
            <a:spLocks noGrp="1"/>
          </p:cNvSpPr>
          <p:nvPr>
            <p:ph/>
          </p:nvPr>
        </p:nvSpPr>
        <p:spPr>
          <a:xfrm>
            <a:off x="504000" y="1326600"/>
            <a:ext cx="9069840" cy="1011600"/>
          </a:xfrm>
          <a:prstGeom prst="rect">
            <a:avLst/>
          </a:prstGeom>
          <a:noFill/>
          <a:ln w="0">
            <a:noFill/>
          </a:ln>
        </p:spPr>
        <p:txBody>
          <a:bodyPr lIns="0" rIns="0" tIns="0" bIns="0" anchor="t">
            <a:normAutofit/>
          </a:bodyPr>
          <a:p>
            <a:pPr marL="432000" indent="0">
              <a:lnSpc>
                <a:spcPct val="100000"/>
              </a:lnSpc>
              <a:buNone/>
              <a:tabLst>
                <a:tab algn="l" pos="0"/>
              </a:tabLst>
            </a:pPr>
            <a:r>
              <a:rPr b="0" lang="en-IN" sz="2000" spc="-1" strike="noStrike">
                <a:solidFill>
                  <a:srgbClr val="000000"/>
                </a:solidFill>
                <a:latin typeface="Arial"/>
              </a:rPr>
              <a:t>The mongodb is an open source database and leading NoSQL database.</a:t>
            </a:r>
            <a:endParaRPr b="0" lang="en-IN" sz="2000" spc="-1" strike="noStrike">
              <a:solidFill>
                <a:srgbClr val="000000"/>
              </a:solidFill>
              <a:latin typeface="Arial"/>
            </a:endParaRPr>
          </a:p>
        </p:txBody>
      </p:sp>
      <p:sp>
        <p:nvSpPr>
          <p:cNvPr id="425" name=""/>
          <p:cNvSpPr/>
          <p:nvPr/>
        </p:nvSpPr>
        <p:spPr>
          <a:xfrm>
            <a:off x="360000" y="1980000"/>
            <a:ext cx="9069840" cy="125820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buClr>
                <a:srgbClr val="000000"/>
              </a:buClr>
              <a:buSzPct val="45000"/>
              <a:buFont typeface="Wingdings" charset="2"/>
              <a:buChar char=""/>
            </a:pPr>
            <a:r>
              <a:rPr b="0" lang="en-IN" sz="2000" spc="-1" strike="noStrike">
                <a:solidFill>
                  <a:srgbClr val="000000"/>
                </a:solidFill>
                <a:latin typeface="Arial"/>
                <a:ea typeface="DejaVu Sans"/>
              </a:rPr>
              <a:t>Mongodb is written in C++. Mongodb features are flexible data model that allows the storage of unstructured data</a:t>
            </a:r>
            <a:endParaRPr b="0" lang="en-IN" sz="2000" spc="-1" strike="noStrike">
              <a:solidFill>
                <a:srgbClr val="000000"/>
              </a:solidFill>
              <a:latin typeface="Arial"/>
            </a:endParaRPr>
          </a:p>
          <a:p>
            <a:pPr marL="432000" indent="-324000">
              <a:lnSpc>
                <a:spcPct val="100000"/>
              </a:lnSpc>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	</a:t>
            </a:r>
            <a:endParaRPr b="0" lang="en-IN" sz="3200" spc="-1" strike="noStrike">
              <a:solidFill>
                <a:srgbClr val="000000"/>
              </a:solidFill>
              <a:latin typeface="Arial"/>
            </a:endParaRPr>
          </a:p>
        </p:txBody>
      </p:sp>
      <p:sp>
        <p:nvSpPr>
          <p:cNvPr id="426" name=""/>
          <p:cNvSpPr/>
          <p:nvPr/>
        </p:nvSpPr>
        <p:spPr>
          <a:xfrm>
            <a:off x="288360" y="2880000"/>
            <a:ext cx="9069840" cy="1258200"/>
          </a:xfrm>
          <a:prstGeom prst="rect">
            <a:avLst/>
          </a:prstGeom>
          <a:noFill/>
          <a:ln w="0">
            <a:noFill/>
          </a:ln>
        </p:spPr>
        <p:style>
          <a:lnRef idx="0"/>
          <a:fillRef idx="0"/>
          <a:effectRef idx="0"/>
          <a:fontRef idx="minor"/>
        </p:style>
        <p:txBody>
          <a:bodyPr lIns="0" rIns="0" tIns="0" bIns="0" anchor="t">
            <a:normAutofit/>
          </a:bodyPr>
          <a:p>
            <a:pPr marL="432000" indent="-324000" algn="just">
              <a:lnSpc>
                <a:spcPct val="100000"/>
              </a:lnSpc>
              <a:buClr>
                <a:srgbClr val="000000"/>
              </a:buClr>
              <a:buSzPct val="45000"/>
              <a:buFont typeface="Wingdings" charset="2"/>
              <a:buChar char=""/>
            </a:pPr>
            <a:r>
              <a:rPr b="0" lang="en-IN" sz="2000" spc="-1" strike="noStrike">
                <a:solidFill>
                  <a:srgbClr val="000000"/>
                </a:solidFill>
                <a:latin typeface="Arial"/>
                <a:ea typeface="DejaVu Sans"/>
              </a:rPr>
              <a:t>The Mongodb is a multipurpose database that is used for modern application development and cloud evnironments</a:t>
            </a:r>
            <a:r>
              <a:rPr b="0" lang="en-IN" sz="3200" spc="-1" strike="noStrike">
                <a:solidFill>
                  <a:srgbClr val="000000"/>
                </a:solidFill>
                <a:latin typeface="Arial"/>
                <a:ea typeface="DejaVu Sans"/>
              </a:rPr>
              <a:t>	</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Why we use Mongodb</a:t>
            </a:r>
            <a:endParaRPr b="0" lang="en-IN" sz="4400" spc="-1" strike="noStrike">
              <a:solidFill>
                <a:srgbClr val="000000"/>
              </a:solidFill>
              <a:latin typeface="Arial"/>
            </a:endParaRPr>
          </a:p>
        </p:txBody>
      </p:sp>
      <p:sp>
        <p:nvSpPr>
          <p:cNvPr id="428" name="PlaceHolder 2"/>
          <p:cNvSpPr>
            <a:spLocks noGrp="1"/>
          </p:cNvSpPr>
          <p:nvPr>
            <p:ph/>
          </p:nvPr>
        </p:nvSpPr>
        <p:spPr>
          <a:xfrm>
            <a:off x="504000" y="1326600"/>
            <a:ext cx="9069840" cy="1011600"/>
          </a:xfrm>
          <a:prstGeom prst="rect">
            <a:avLst/>
          </a:prstGeom>
          <a:noFill/>
          <a:ln w="0">
            <a:noFill/>
          </a:ln>
        </p:spPr>
        <p:txBody>
          <a:bodyPr lIns="0" rIns="0" tIns="0" bIns="0" anchor="t">
            <a:normAutofit/>
          </a:bodyPr>
          <a:p>
            <a:pPr marL="432000" indent="0">
              <a:lnSpc>
                <a:spcPct val="100000"/>
              </a:lnSpc>
              <a:buNone/>
              <a:tabLst>
                <a:tab algn="l" pos="0"/>
              </a:tabLst>
            </a:pPr>
            <a:r>
              <a:rPr b="0" lang="en-IN" sz="2000" spc="-1" strike="noStrike">
                <a:solidFill>
                  <a:srgbClr val="000000"/>
                </a:solidFill>
                <a:latin typeface="Arial"/>
              </a:rPr>
              <a:t>Mongodb can handle unstructured data, which provide better index and operatioins.</a:t>
            </a:r>
            <a:endParaRPr b="0" lang="en-IN" sz="2000" spc="-1" strike="noStrike">
              <a:solidFill>
                <a:srgbClr val="000000"/>
              </a:solidFill>
              <a:latin typeface="Arial"/>
            </a:endParaRPr>
          </a:p>
        </p:txBody>
      </p:sp>
      <p:sp>
        <p:nvSpPr>
          <p:cNvPr id="429" name=""/>
          <p:cNvSpPr/>
          <p:nvPr/>
        </p:nvSpPr>
        <p:spPr>
          <a:xfrm>
            <a:off x="360000" y="1980000"/>
            <a:ext cx="9069840" cy="125820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buClr>
                <a:srgbClr val="000000"/>
              </a:buClr>
              <a:buSzPct val="45000"/>
              <a:buFont typeface="Wingdings" charset="2"/>
              <a:buChar char=""/>
            </a:pPr>
            <a:r>
              <a:rPr b="0" lang="en-IN" sz="2000" spc="-1" strike="noStrike">
                <a:solidFill>
                  <a:srgbClr val="000000"/>
                </a:solidFill>
                <a:latin typeface="Arial"/>
                <a:ea typeface="DejaVu Sans"/>
              </a:rPr>
              <a:t>Mongodb is written in C++. Mongodb features are flexible data model that allows the storage of unstructured data</a:t>
            </a:r>
            <a:endParaRPr b="0" lang="en-IN" sz="2000" spc="-1" strike="noStrike">
              <a:solidFill>
                <a:srgbClr val="000000"/>
              </a:solidFill>
              <a:latin typeface="Arial"/>
            </a:endParaRPr>
          </a:p>
          <a:p>
            <a:pPr marL="432000" indent="-324000">
              <a:lnSpc>
                <a:spcPct val="100000"/>
              </a:lnSpc>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	</a:t>
            </a:r>
            <a:endParaRPr b="0" lang="en-IN" sz="3200" spc="-1" strike="noStrike">
              <a:solidFill>
                <a:srgbClr val="000000"/>
              </a:solidFill>
              <a:latin typeface="Arial"/>
            </a:endParaRPr>
          </a:p>
        </p:txBody>
      </p:sp>
      <p:sp>
        <p:nvSpPr>
          <p:cNvPr id="430" name=""/>
          <p:cNvSpPr/>
          <p:nvPr/>
        </p:nvSpPr>
        <p:spPr>
          <a:xfrm>
            <a:off x="288360" y="2880000"/>
            <a:ext cx="9069840" cy="1258200"/>
          </a:xfrm>
          <a:prstGeom prst="rect">
            <a:avLst/>
          </a:prstGeom>
          <a:noFill/>
          <a:ln w="0">
            <a:noFill/>
          </a:ln>
        </p:spPr>
        <p:style>
          <a:lnRef idx="0"/>
          <a:fillRef idx="0"/>
          <a:effectRef idx="0"/>
          <a:fontRef idx="minor"/>
        </p:style>
        <p:txBody>
          <a:bodyPr lIns="0" rIns="0" tIns="0" bIns="0" anchor="t">
            <a:normAutofit/>
          </a:bodyPr>
          <a:p>
            <a:pPr marL="432000" indent="-324000" algn="just">
              <a:lnSpc>
                <a:spcPct val="100000"/>
              </a:lnSpc>
              <a:buClr>
                <a:srgbClr val="000000"/>
              </a:buClr>
              <a:buSzPct val="45000"/>
              <a:buFont typeface="Wingdings" charset="2"/>
              <a:buChar char=""/>
            </a:pPr>
            <a:r>
              <a:rPr b="0" lang="en-IN" sz="2000" spc="-1" strike="noStrike">
                <a:solidFill>
                  <a:srgbClr val="000000"/>
                </a:solidFill>
                <a:latin typeface="Arial"/>
                <a:ea typeface="DejaVu Sans"/>
              </a:rPr>
              <a:t>The Mongodb is a multipurpose database that is used for modern application development and cloud evnironments</a:t>
            </a:r>
            <a:r>
              <a:rPr b="0" lang="en-IN" sz="3200" spc="-1" strike="noStrike">
                <a:solidFill>
                  <a:srgbClr val="000000"/>
                </a:solidFill>
                <a:latin typeface="Arial"/>
                <a:ea typeface="DejaVu Sans"/>
              </a:rPr>
              <a:t>	</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How Mongodb is used</a:t>
            </a:r>
            <a:endParaRPr b="0" lang="en-IN" sz="4400" spc="-1" strike="noStrike">
              <a:solidFill>
                <a:srgbClr val="000000"/>
              </a:solidFill>
              <a:latin typeface="Arial"/>
            </a:endParaRPr>
          </a:p>
        </p:txBody>
      </p:sp>
      <p:sp>
        <p:nvSpPr>
          <p:cNvPr id="432" name="PlaceHolder 2"/>
          <p:cNvSpPr>
            <a:spLocks noGrp="1"/>
          </p:cNvSpPr>
          <p:nvPr>
            <p:ph/>
          </p:nvPr>
        </p:nvSpPr>
        <p:spPr>
          <a:xfrm>
            <a:off x="360000" y="1260000"/>
            <a:ext cx="9069840" cy="1011600"/>
          </a:xfrm>
          <a:prstGeom prst="rect">
            <a:avLst/>
          </a:prstGeom>
          <a:noFill/>
          <a:ln w="0">
            <a:noFill/>
          </a:ln>
        </p:spPr>
        <p:txBody>
          <a:bodyPr lIns="0" rIns="0" tIns="0" bIns="0" anchor="t">
            <a:normAutofit/>
          </a:bodyPr>
          <a:p>
            <a:pPr marL="432000" indent="0">
              <a:lnSpc>
                <a:spcPct val="100000"/>
              </a:lnSpc>
              <a:buNone/>
              <a:tabLst>
                <a:tab algn="l" pos="0"/>
              </a:tabLst>
            </a:pPr>
            <a:r>
              <a:rPr b="0" lang="en-IN" sz="2000" spc="-1" strike="noStrike">
                <a:solidFill>
                  <a:srgbClr val="000000"/>
                </a:solidFill>
                <a:latin typeface="Arial"/>
              </a:rPr>
              <a:t>Stores user data, comments and metadata</a:t>
            </a:r>
            <a:endParaRPr b="0" lang="en-IN" sz="2000" spc="-1" strike="noStrike">
              <a:solidFill>
                <a:srgbClr val="000000"/>
              </a:solidFill>
              <a:latin typeface="Arial"/>
            </a:endParaRPr>
          </a:p>
        </p:txBody>
      </p:sp>
      <p:sp>
        <p:nvSpPr>
          <p:cNvPr id="433" name=""/>
          <p:cNvSpPr/>
          <p:nvPr/>
        </p:nvSpPr>
        <p:spPr>
          <a:xfrm>
            <a:off x="360000" y="1980000"/>
            <a:ext cx="9069840" cy="125820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buClr>
                <a:srgbClr val="000000"/>
              </a:buClr>
              <a:buSzPct val="45000"/>
              <a:buFont typeface="Wingdings" charset="2"/>
              <a:buChar char=""/>
            </a:pPr>
            <a:r>
              <a:rPr b="0" lang="en-IN" sz="2000" spc="-1" strike="noStrike">
                <a:solidFill>
                  <a:srgbClr val="000000"/>
                </a:solidFill>
                <a:latin typeface="Arial"/>
                <a:ea typeface="DejaVu Sans"/>
              </a:rPr>
              <a:t>Mongodb iperforms complex analysis and queries and stores behavioural data</a:t>
            </a:r>
            <a:endParaRPr b="0" lang="en-IN" sz="2000" spc="-1" strike="noStrike">
              <a:solidFill>
                <a:srgbClr val="000000"/>
              </a:solidFill>
              <a:latin typeface="Arial"/>
            </a:endParaRPr>
          </a:p>
          <a:p>
            <a:pPr marL="432000" indent="-324000">
              <a:lnSpc>
                <a:spcPct val="100000"/>
              </a:lnSpc>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	</a:t>
            </a:r>
            <a:endParaRPr b="0" lang="en-IN" sz="3200" spc="-1" strike="noStrike">
              <a:solidFill>
                <a:srgbClr val="000000"/>
              </a:solidFill>
              <a:latin typeface="Arial"/>
            </a:endParaRPr>
          </a:p>
        </p:txBody>
      </p:sp>
      <p:sp>
        <p:nvSpPr>
          <p:cNvPr id="434" name=""/>
          <p:cNvSpPr/>
          <p:nvPr/>
        </p:nvSpPr>
        <p:spPr>
          <a:xfrm>
            <a:off x="288360" y="2880000"/>
            <a:ext cx="9069840" cy="1258200"/>
          </a:xfrm>
          <a:prstGeom prst="rect">
            <a:avLst/>
          </a:prstGeom>
          <a:noFill/>
          <a:ln w="0">
            <a:noFill/>
          </a:ln>
        </p:spPr>
        <p:style>
          <a:lnRef idx="0"/>
          <a:fillRef idx="0"/>
          <a:effectRef idx="0"/>
          <a:fontRef idx="minor"/>
        </p:style>
        <p:txBody>
          <a:bodyPr lIns="0" rIns="0" tIns="0" bIns="0" anchor="t">
            <a:normAutofit/>
          </a:bodyPr>
          <a:p>
            <a:pPr marL="432000" indent="-324000" algn="just">
              <a:lnSpc>
                <a:spcPct val="100000"/>
              </a:lnSpc>
              <a:buClr>
                <a:srgbClr val="000000"/>
              </a:buClr>
              <a:buSzPct val="45000"/>
              <a:buFont typeface="Wingdings" charset="2"/>
              <a:buChar char=""/>
            </a:pPr>
            <a:r>
              <a:rPr b="0" lang="en-IN" sz="2000" spc="-1" strike="noStrike">
                <a:solidFill>
                  <a:srgbClr val="000000"/>
                </a:solidFill>
                <a:latin typeface="Arial"/>
                <a:ea typeface="DejaVu Sans"/>
              </a:rPr>
              <a:t>This is used to chain data and optimize logistics</a:t>
            </a:r>
            <a:r>
              <a:rPr b="0" lang="en-IN" sz="3200" spc="-1" strike="noStrike">
                <a:solidFill>
                  <a:srgbClr val="000000"/>
                </a:solidFill>
                <a:latin typeface="Arial"/>
                <a:ea typeface="DejaVu Sans"/>
              </a:rPr>
              <a:t>	</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Components</a:t>
            </a:r>
            <a:endParaRPr b="0" lang="en-IN" sz="4400" spc="-1" strike="noStrike">
              <a:solidFill>
                <a:srgbClr val="000000"/>
              </a:solidFill>
              <a:latin typeface="Arial"/>
            </a:endParaRPr>
          </a:p>
        </p:txBody>
      </p:sp>
      <p:sp>
        <p:nvSpPr>
          <p:cNvPr id="436" name="PlaceHolder 2"/>
          <p:cNvSpPr>
            <a:spLocks noGrp="1"/>
          </p:cNvSpPr>
          <p:nvPr>
            <p:ph/>
          </p:nvPr>
        </p:nvSpPr>
        <p:spPr>
          <a:xfrm>
            <a:off x="360000" y="1260000"/>
            <a:ext cx="9069840" cy="1011600"/>
          </a:xfrm>
          <a:prstGeom prst="rect">
            <a:avLst/>
          </a:prstGeom>
          <a:noFill/>
          <a:ln w="0">
            <a:noFill/>
          </a:ln>
        </p:spPr>
        <p:txBody>
          <a:bodyPr lIns="0" rIns="0" tIns="0" bIns="0" anchor="t">
            <a:normAutofit/>
          </a:bodyPr>
          <a:p>
            <a:pPr marL="432000" indent="0">
              <a:lnSpc>
                <a:spcPct val="100000"/>
              </a:lnSpc>
              <a:buNone/>
              <a:tabLst>
                <a:tab algn="l" pos="0"/>
              </a:tabLst>
            </a:pPr>
            <a:r>
              <a:rPr b="0" lang="en-IN" sz="2000" spc="-1" strike="noStrike">
                <a:solidFill>
                  <a:srgbClr val="000000"/>
                </a:solidFill>
                <a:latin typeface="Arial"/>
              </a:rPr>
              <a:t>Mongodb works on the concept of collection and document</a:t>
            </a:r>
            <a:endParaRPr b="0" lang="en-IN" sz="2000" spc="-1" strike="noStrike">
              <a:solidFill>
                <a:srgbClr val="000000"/>
              </a:solidFill>
              <a:latin typeface="Arial"/>
            </a:endParaRPr>
          </a:p>
        </p:txBody>
      </p:sp>
      <p:sp>
        <p:nvSpPr>
          <p:cNvPr id="437" name=""/>
          <p:cNvSpPr/>
          <p:nvPr/>
        </p:nvSpPr>
        <p:spPr>
          <a:xfrm>
            <a:off x="289080" y="1994040"/>
            <a:ext cx="9069840" cy="125820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buClr>
                <a:srgbClr val="000000"/>
              </a:buClr>
              <a:buSzPct val="45000"/>
              <a:buFont typeface="Wingdings" charset="2"/>
              <a:buChar char=""/>
            </a:pPr>
            <a:r>
              <a:rPr b="1" lang="en-IN" sz="2000" spc="-1" strike="noStrike">
                <a:solidFill>
                  <a:srgbClr val="000000"/>
                </a:solidFill>
                <a:latin typeface="Arial"/>
                <a:ea typeface="DejaVu Sans"/>
              </a:rPr>
              <a:t>Database</a:t>
            </a:r>
            <a:r>
              <a:rPr b="0" lang="en-IN" sz="2000" spc="-1" strike="noStrike">
                <a:solidFill>
                  <a:srgbClr val="000000"/>
                </a:solidFill>
                <a:latin typeface="Arial"/>
                <a:ea typeface="DejaVu Sans"/>
              </a:rPr>
              <a:t> is a physical contanier for collections. Each database get its own set of files on the filesystem. A single mongodb server typically has multiple databases </a:t>
            </a:r>
            <a:endParaRPr b="0" lang="en-IN" sz="2000" spc="-1" strike="noStrike">
              <a:solidFill>
                <a:srgbClr val="000000"/>
              </a:solidFill>
              <a:latin typeface="Arial"/>
            </a:endParaRPr>
          </a:p>
        </p:txBody>
      </p:sp>
      <p:sp>
        <p:nvSpPr>
          <p:cNvPr id="438" name=""/>
          <p:cNvSpPr/>
          <p:nvPr/>
        </p:nvSpPr>
        <p:spPr>
          <a:xfrm>
            <a:off x="288360" y="2880000"/>
            <a:ext cx="9069840" cy="1078560"/>
          </a:xfrm>
          <a:prstGeom prst="rect">
            <a:avLst/>
          </a:prstGeom>
          <a:noFill/>
          <a:ln w="0">
            <a:noFill/>
          </a:ln>
        </p:spPr>
        <p:style>
          <a:lnRef idx="0"/>
          <a:fillRef idx="0"/>
          <a:effectRef idx="0"/>
          <a:fontRef idx="minor"/>
        </p:style>
        <p:txBody>
          <a:bodyPr lIns="0" rIns="0" tIns="0" bIns="0" anchor="t">
            <a:normAutofit/>
          </a:bodyPr>
          <a:p>
            <a:pPr marL="432000" indent="-324000" algn="just">
              <a:lnSpc>
                <a:spcPct val="100000"/>
              </a:lnSpc>
              <a:buClr>
                <a:srgbClr val="000000"/>
              </a:buClr>
              <a:buSzPct val="45000"/>
              <a:buFont typeface="Wingdings" charset="2"/>
              <a:buChar char=""/>
            </a:pPr>
            <a:r>
              <a:rPr b="1" lang="en-IN" sz="2000" spc="-1" strike="noStrike">
                <a:solidFill>
                  <a:srgbClr val="000000"/>
                </a:solidFill>
                <a:latin typeface="Arial"/>
                <a:ea typeface="DejaVu Sans"/>
              </a:rPr>
              <a:t>Collection</a:t>
            </a:r>
            <a:r>
              <a:rPr b="0" lang="en-IN" sz="2000" spc="-1" strike="noStrike">
                <a:solidFill>
                  <a:srgbClr val="000000"/>
                </a:solidFill>
                <a:latin typeface="Arial"/>
                <a:ea typeface="DejaVu Sans"/>
              </a:rPr>
              <a:t> is a group of Mongodb documents. It is the equivalent of table in RDBMS. </a:t>
            </a:r>
            <a:endParaRPr b="0" lang="en-IN" sz="2000" spc="-1" strike="noStrike">
              <a:solidFill>
                <a:srgbClr val="000000"/>
              </a:solidFill>
              <a:latin typeface="Arial"/>
            </a:endParaRPr>
          </a:p>
        </p:txBody>
      </p:sp>
      <p:sp>
        <p:nvSpPr>
          <p:cNvPr id="439" name=""/>
          <p:cNvSpPr/>
          <p:nvPr/>
        </p:nvSpPr>
        <p:spPr>
          <a:xfrm>
            <a:off x="250920" y="3600000"/>
            <a:ext cx="9069840" cy="1078560"/>
          </a:xfrm>
          <a:prstGeom prst="rect">
            <a:avLst/>
          </a:prstGeom>
          <a:noFill/>
          <a:ln w="0">
            <a:noFill/>
          </a:ln>
        </p:spPr>
        <p:style>
          <a:lnRef idx="0"/>
          <a:fillRef idx="0"/>
          <a:effectRef idx="0"/>
          <a:fontRef idx="minor"/>
        </p:style>
        <p:txBody>
          <a:bodyPr lIns="0" rIns="0" tIns="0" bIns="0" anchor="t">
            <a:normAutofit/>
          </a:bodyPr>
          <a:p>
            <a:pPr marL="432000" indent="-324000" algn="just">
              <a:lnSpc>
                <a:spcPct val="100000"/>
              </a:lnSpc>
              <a:buClr>
                <a:srgbClr val="000000"/>
              </a:buClr>
              <a:buSzPct val="45000"/>
              <a:buFont typeface="Wingdings" charset="2"/>
              <a:buChar char=""/>
            </a:pPr>
            <a:r>
              <a:rPr b="1" lang="en-IN" sz="2000" spc="-1" strike="noStrike">
                <a:solidFill>
                  <a:srgbClr val="000000"/>
                </a:solidFill>
                <a:latin typeface="Arial"/>
                <a:ea typeface="DejaVu Sans"/>
              </a:rPr>
              <a:t>Collection</a:t>
            </a:r>
            <a:r>
              <a:rPr b="0" lang="en-IN" sz="2000" spc="-1" strike="noStrike">
                <a:solidFill>
                  <a:srgbClr val="000000"/>
                </a:solidFill>
                <a:latin typeface="Arial"/>
                <a:ea typeface="DejaVu Sans"/>
              </a:rPr>
              <a:t> do not enforrce schema. Documents within a collection can have different fields. </a:t>
            </a:r>
            <a:endParaRPr b="0" lang="en-IN" sz="2000" spc="-1" strike="noStrike">
              <a:solidFill>
                <a:srgbClr val="000000"/>
              </a:solidFill>
              <a:latin typeface="Arial"/>
            </a:endParaRPr>
          </a:p>
        </p:txBody>
      </p:sp>
      <p:sp>
        <p:nvSpPr>
          <p:cNvPr id="440" name=""/>
          <p:cNvSpPr/>
          <p:nvPr/>
        </p:nvSpPr>
        <p:spPr>
          <a:xfrm>
            <a:off x="250920" y="4320000"/>
            <a:ext cx="9069840" cy="1078560"/>
          </a:xfrm>
          <a:prstGeom prst="rect">
            <a:avLst/>
          </a:prstGeom>
          <a:noFill/>
          <a:ln w="0">
            <a:noFill/>
          </a:ln>
        </p:spPr>
        <p:style>
          <a:lnRef idx="0"/>
          <a:fillRef idx="0"/>
          <a:effectRef idx="0"/>
          <a:fontRef idx="minor"/>
        </p:style>
        <p:txBody>
          <a:bodyPr lIns="0" rIns="0" tIns="0" bIns="0" anchor="t">
            <a:normAutofit/>
          </a:bodyPr>
          <a:p>
            <a:pPr marL="432000" indent="-324000" algn="just">
              <a:lnSpc>
                <a:spcPct val="100000"/>
              </a:lnSpc>
              <a:buClr>
                <a:srgbClr val="000000"/>
              </a:buClr>
              <a:buSzPct val="45000"/>
              <a:buFont typeface="Wingdings" charset="2"/>
              <a:buChar char=""/>
            </a:pPr>
            <a:r>
              <a:rPr b="1" lang="en-IN" sz="2000" spc="-1" strike="noStrike">
                <a:solidFill>
                  <a:srgbClr val="000000"/>
                </a:solidFill>
                <a:latin typeface="Arial"/>
                <a:ea typeface="DejaVu Sans"/>
              </a:rPr>
              <a:t>Documents</a:t>
            </a:r>
            <a:r>
              <a:rPr b="0" lang="en-IN" sz="2000" spc="-1" strike="noStrike">
                <a:solidFill>
                  <a:srgbClr val="000000"/>
                </a:solidFill>
                <a:latin typeface="Arial"/>
                <a:ea typeface="DejaVu Sans"/>
              </a:rPr>
              <a:t> is a set of key-value store. Documents have dynamic schema. Documents within the same collection may have different schema </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Sample Document</a:t>
            </a:r>
            <a:endParaRPr b="0" lang="en-IN" sz="4400" spc="-1" strike="noStrike">
              <a:solidFill>
                <a:srgbClr val="000000"/>
              </a:solidFill>
              <a:latin typeface="Arial"/>
            </a:endParaRPr>
          </a:p>
        </p:txBody>
      </p:sp>
      <p:sp>
        <p:nvSpPr>
          <p:cNvPr id="442" name="PlaceHolder 2"/>
          <p:cNvSpPr>
            <a:spLocks noGrp="1"/>
          </p:cNvSpPr>
          <p:nvPr>
            <p:ph/>
          </p:nvPr>
        </p:nvSpPr>
        <p:spPr>
          <a:xfrm>
            <a:off x="504000" y="1326600"/>
            <a:ext cx="9069840" cy="3286440"/>
          </a:xfrm>
          <a:prstGeom prst="rect">
            <a:avLst/>
          </a:prstGeom>
          <a:noFill/>
          <a:ln w="0">
            <a:noFill/>
          </a:ln>
        </p:spPr>
        <p:txBody>
          <a:bodyPr lIns="0" rIns="0" tIns="0" bIns="0" anchor="t">
            <a:normAutofit fontScale="28000"/>
          </a:bodyPr>
          <a:p>
            <a:pPr marL="120960" indent="0" algn="just">
              <a:lnSpc>
                <a:spcPct val="100000"/>
              </a:lnSpc>
              <a:spcBef>
                <a:spcPts val="1417"/>
              </a:spcBef>
              <a:buNone/>
              <a:tabLst>
                <a:tab algn="l" pos="0"/>
              </a:tabLst>
            </a:pPr>
            <a:r>
              <a:rPr b="0" lang="en-IN" sz="2000" spc="-1" strike="noStrike">
                <a:solidFill>
                  <a:srgbClr val="000000"/>
                </a:solidFill>
                <a:latin typeface="Arial"/>
              </a:rPr>
              <a:t>Following example shows the document structure of a blog site, which is simply a comma separated key value pair.</a:t>
            </a:r>
            <a:endParaRPr b="0" lang="en-IN" sz="2000" spc="-1" strike="noStrike">
              <a:solidFill>
                <a:srgbClr val="000000"/>
              </a:solidFill>
              <a:latin typeface="Arial"/>
            </a:endParaRPr>
          </a:p>
          <a:p>
            <a:pPr marL="120960" indent="0" algn="just">
              <a:lnSpc>
                <a:spcPct val="100000"/>
              </a:lnSpc>
              <a:spcBef>
                <a:spcPts val="1417"/>
              </a:spcBef>
              <a:buNone/>
              <a:tabLst>
                <a:tab algn="l" pos="0"/>
              </a:tabLst>
            </a:pPr>
            <a:r>
              <a:rPr b="0" lang="en-IN" sz="2000" spc="-1" strike="noStrike">
                <a:solidFill>
                  <a:srgbClr val="000000"/>
                </a:solidFill>
                <a:latin typeface="Arial"/>
              </a:rPr>
              <a:t>{</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_id: ObjectId(7df78ad8902c)</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title: 'MongoDB Overview', </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description: 'MongoDB is no sql database',</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by: 'tutorials point',</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url: 'http://www.tutorialspoint.com',</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tags: ['mongodb', 'database', 'NoSQL'],</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likes: 100, </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comments: [</a:t>
            </a:r>
            <a:r>
              <a:rPr b="0" lang="en-IN" sz="2000" spc="-1" strike="noStrike">
                <a:solidFill>
                  <a:srgbClr val="000000"/>
                </a:solidFill>
                <a:latin typeface="Arial"/>
              </a:rPr>
              <a:t>	</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user:'user1',</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message: 'My first comment',</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dateCreated: new Date(2011,1,20,2,15),</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like: 0 </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user:'user2',</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message: 'My second comments',</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dateCreated: new Date(2011,1,25,7,45),</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like: 5</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a:t>
            </a:r>
            <a:endParaRPr b="0" lang="en-IN" sz="2000" spc="-1" strike="noStrike">
              <a:solidFill>
                <a:srgbClr val="000000"/>
              </a:solidFill>
              <a:latin typeface="Arial"/>
            </a:endParaRPr>
          </a:p>
          <a:p>
            <a:pPr marL="120960" indent="-9072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444"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_id is a 12 bytes hexadecimal number which assures the uniqueness of every document. You can provide _id while inserting the document. </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If you don’t provide then MongoDB provides a unique id for every document. </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These 12 bytes first 4 bytes for the current timestamp, next 3 bytes for machine id, next 2 bytes for process id of MongoDB server and remaining 3 bytes are simple incremental VALUE.</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Advantages of Mongodb</a:t>
            </a:r>
            <a:endParaRPr b="0" lang="en-IN" sz="4400" spc="-1" strike="noStrike">
              <a:solidFill>
                <a:srgbClr val="000000"/>
              </a:solidFill>
              <a:latin typeface="Arial"/>
            </a:endParaRPr>
          </a:p>
        </p:txBody>
      </p:sp>
      <p:sp>
        <p:nvSpPr>
          <p:cNvPr id="446" name="PlaceHolder 2"/>
          <p:cNvSpPr>
            <a:spLocks noGrp="1"/>
          </p:cNvSpPr>
          <p:nvPr>
            <p:ph/>
          </p:nvPr>
        </p:nvSpPr>
        <p:spPr>
          <a:xfrm>
            <a:off x="504000" y="1326600"/>
            <a:ext cx="9069840" cy="3286440"/>
          </a:xfrm>
          <a:prstGeom prst="rect">
            <a:avLst/>
          </a:prstGeom>
          <a:noFill/>
          <a:ln w="0">
            <a:noFill/>
          </a:ln>
        </p:spPr>
        <p:txBody>
          <a:bodyPr lIns="0" rIns="0" tIns="0" bIns="0" anchor="t">
            <a:normAutofit fontScale="79000"/>
          </a:bodyPr>
          <a:p>
            <a:pPr marL="341280" indent="0" algn="just">
              <a:lnSpc>
                <a:spcPct val="100000"/>
              </a:lnSpc>
              <a:spcBef>
                <a:spcPts val="1417"/>
              </a:spcBef>
              <a:buNone/>
              <a:tabLst>
                <a:tab algn="l" pos="0"/>
              </a:tabLst>
            </a:pPr>
            <a:r>
              <a:rPr b="0" lang="en-IN" sz="2000" spc="-1" strike="noStrike">
                <a:solidFill>
                  <a:srgbClr val="000000"/>
                </a:solidFill>
                <a:latin typeface="Arial"/>
              </a:rPr>
              <a:t>Schema less − MongoDB is a document database in which one collection holds different documents. Number of fields, content and size of the document can differ from one document to another.</a:t>
            </a:r>
            <a:endParaRPr b="0" lang="en-IN" sz="2000" spc="-1" strike="noStrike">
              <a:solidFill>
                <a:srgbClr val="000000"/>
              </a:solidFill>
              <a:latin typeface="Arial"/>
            </a:endParaRPr>
          </a:p>
          <a:p>
            <a:pPr marL="341280" indent="0" algn="just">
              <a:lnSpc>
                <a:spcPct val="100000"/>
              </a:lnSpc>
              <a:spcBef>
                <a:spcPts val="1417"/>
              </a:spcBef>
              <a:buNone/>
              <a:tabLst>
                <a:tab algn="l" pos="0"/>
              </a:tabLst>
            </a:pPr>
            <a:r>
              <a:rPr b="0" lang="en-IN" sz="2000" spc="-1" strike="noStrike">
                <a:solidFill>
                  <a:srgbClr val="000000"/>
                </a:solidFill>
                <a:latin typeface="Arial"/>
              </a:rPr>
              <a:t>Structure of a single object is clear.</a:t>
            </a:r>
            <a:endParaRPr b="0" lang="en-IN" sz="2000" spc="-1" strike="noStrike">
              <a:solidFill>
                <a:srgbClr val="000000"/>
              </a:solidFill>
              <a:latin typeface="Arial"/>
            </a:endParaRPr>
          </a:p>
          <a:p>
            <a:pPr marL="341280" indent="0" algn="just">
              <a:lnSpc>
                <a:spcPct val="100000"/>
              </a:lnSpc>
              <a:spcBef>
                <a:spcPts val="1417"/>
              </a:spcBef>
              <a:buNone/>
              <a:tabLst>
                <a:tab algn="l" pos="0"/>
              </a:tabLst>
            </a:pPr>
            <a:r>
              <a:rPr b="0" lang="en-IN" sz="2000" spc="-1" strike="noStrike">
                <a:solidFill>
                  <a:srgbClr val="000000"/>
                </a:solidFill>
                <a:latin typeface="Arial"/>
              </a:rPr>
              <a:t>No complex joins.</a:t>
            </a:r>
            <a:endParaRPr b="0" lang="en-IN" sz="2000" spc="-1" strike="noStrike">
              <a:solidFill>
                <a:srgbClr val="000000"/>
              </a:solidFill>
              <a:latin typeface="Arial"/>
            </a:endParaRPr>
          </a:p>
          <a:p>
            <a:pPr marL="341280" indent="0" algn="just">
              <a:lnSpc>
                <a:spcPct val="100000"/>
              </a:lnSpc>
              <a:spcBef>
                <a:spcPts val="1417"/>
              </a:spcBef>
              <a:buNone/>
              <a:tabLst>
                <a:tab algn="l" pos="0"/>
              </a:tabLst>
            </a:pPr>
            <a:r>
              <a:rPr b="0" lang="en-IN" sz="2000" spc="-1" strike="noStrike">
                <a:solidFill>
                  <a:srgbClr val="000000"/>
                </a:solidFill>
                <a:latin typeface="Arial"/>
              </a:rPr>
              <a:t>Deep query-ability. MongoDB supports dynamic queries on documents using a document-based query language that's nearly as powerful as SQL.</a:t>
            </a:r>
            <a:endParaRPr b="0" lang="en-IN" sz="2000" spc="-1" strike="noStrike">
              <a:solidFill>
                <a:srgbClr val="000000"/>
              </a:solidFill>
              <a:latin typeface="Arial"/>
            </a:endParaRPr>
          </a:p>
          <a:p>
            <a:pPr marL="341280" indent="0" algn="just">
              <a:lnSpc>
                <a:spcPct val="100000"/>
              </a:lnSpc>
              <a:spcBef>
                <a:spcPts val="1417"/>
              </a:spcBef>
              <a:buNone/>
              <a:tabLst>
                <a:tab algn="l" pos="0"/>
              </a:tabLst>
            </a:pPr>
            <a:r>
              <a:rPr b="0" lang="en-IN" sz="2000" spc="-1" strike="noStrike">
                <a:solidFill>
                  <a:srgbClr val="000000"/>
                </a:solidFill>
                <a:latin typeface="Arial"/>
              </a:rPr>
              <a:t>Tuning.</a:t>
            </a:r>
            <a:endParaRPr b="0" lang="en-IN" sz="2000" spc="-1" strike="noStrike">
              <a:solidFill>
                <a:srgbClr val="000000"/>
              </a:solidFill>
              <a:latin typeface="Arial"/>
            </a:endParaRPr>
          </a:p>
          <a:p>
            <a:pPr marL="341280" indent="0" algn="just">
              <a:lnSpc>
                <a:spcPct val="100000"/>
              </a:lnSpc>
              <a:spcBef>
                <a:spcPts val="1417"/>
              </a:spcBef>
              <a:buNone/>
              <a:tabLst>
                <a:tab algn="l" pos="0"/>
              </a:tabLst>
            </a:pPr>
            <a:r>
              <a:rPr b="0" lang="en-IN" sz="2000" spc="-1" strike="noStrike">
                <a:solidFill>
                  <a:srgbClr val="000000"/>
                </a:solidFill>
                <a:latin typeface="Arial"/>
              </a:rPr>
              <a:t>Ease of scale-out − MongoDB is easy to scale.</a:t>
            </a:r>
            <a:endParaRPr b="0" lang="en-IN" sz="2000" spc="-1" strike="noStrike">
              <a:solidFill>
                <a:srgbClr val="000000"/>
              </a:solidFill>
              <a:latin typeface="Arial"/>
            </a:endParaRPr>
          </a:p>
          <a:p>
            <a:pPr marL="341280" indent="0" algn="just">
              <a:lnSpc>
                <a:spcPct val="100000"/>
              </a:lnSpc>
              <a:spcBef>
                <a:spcPts val="1417"/>
              </a:spcBef>
              <a:buNone/>
              <a:tabLst>
                <a:tab algn="l" pos="0"/>
              </a:tabLst>
            </a:pPr>
            <a:r>
              <a:rPr b="0" lang="en-IN" sz="2000" spc="-1" strike="noStrike">
                <a:solidFill>
                  <a:srgbClr val="000000"/>
                </a:solidFill>
                <a:latin typeface="Arial"/>
              </a:rPr>
              <a:t>Uses internal memory for storing the (windowed) working set, enabling faster access of data.</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Why use mongodb</a:t>
            </a:r>
            <a:endParaRPr b="0" lang="en-IN" sz="4400" spc="-1" strike="noStrike">
              <a:solidFill>
                <a:srgbClr val="000000"/>
              </a:solidFill>
              <a:latin typeface="Arial"/>
            </a:endParaRPr>
          </a:p>
        </p:txBody>
      </p:sp>
      <p:sp>
        <p:nvSpPr>
          <p:cNvPr id="448"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0" lang="en-IN" sz="2000" spc="-1" strike="noStrike">
                <a:solidFill>
                  <a:srgbClr val="000000"/>
                </a:solidFill>
                <a:latin typeface="Arial"/>
              </a:rPr>
              <a:t>Document Oriented Storage − Data is stored in the form of JSON style documents.</a:t>
            </a:r>
            <a:endParaRPr b="0" lang="en-IN" sz="2000" spc="-1" strike="noStrike">
              <a:solidFill>
                <a:srgbClr val="000000"/>
              </a:solidFill>
              <a:latin typeface="Arial"/>
            </a:endParaRPr>
          </a:p>
          <a:p>
            <a:pPr marL="432000" indent="0">
              <a:lnSpc>
                <a:spcPct val="100000"/>
              </a:lnSpc>
              <a:spcBef>
                <a:spcPts val="1417"/>
              </a:spcBef>
              <a:buNone/>
              <a:tabLst>
                <a:tab algn="l" pos="0"/>
              </a:tabLst>
            </a:pPr>
            <a:r>
              <a:rPr b="0" lang="en-IN" sz="2000" spc="-1" strike="noStrike">
                <a:solidFill>
                  <a:srgbClr val="000000"/>
                </a:solidFill>
                <a:latin typeface="Arial"/>
              </a:rPr>
              <a:t>Index on any attribute</a:t>
            </a:r>
            <a:endParaRPr b="0" lang="en-IN" sz="2000" spc="-1" strike="noStrike">
              <a:solidFill>
                <a:srgbClr val="000000"/>
              </a:solidFill>
              <a:latin typeface="Arial"/>
            </a:endParaRPr>
          </a:p>
          <a:p>
            <a:pPr marL="432000" indent="0">
              <a:lnSpc>
                <a:spcPct val="100000"/>
              </a:lnSpc>
              <a:spcBef>
                <a:spcPts val="1417"/>
              </a:spcBef>
              <a:buNone/>
              <a:tabLst>
                <a:tab algn="l" pos="0"/>
              </a:tabLst>
            </a:pPr>
            <a:r>
              <a:rPr b="0" lang="en-IN" sz="2000" spc="-1" strike="noStrike">
                <a:solidFill>
                  <a:srgbClr val="000000"/>
                </a:solidFill>
                <a:latin typeface="Arial"/>
              </a:rPr>
              <a:t>Replication and high vailability</a:t>
            </a:r>
            <a:endParaRPr b="0" lang="en-IN" sz="2000" spc="-1" strike="noStrike">
              <a:solidFill>
                <a:srgbClr val="000000"/>
              </a:solidFill>
              <a:latin typeface="Arial"/>
            </a:endParaRPr>
          </a:p>
          <a:p>
            <a:pPr marL="432000" indent="0">
              <a:lnSpc>
                <a:spcPct val="100000"/>
              </a:lnSpc>
              <a:spcBef>
                <a:spcPts val="1417"/>
              </a:spcBef>
              <a:buNone/>
              <a:tabLst>
                <a:tab algn="l" pos="0"/>
              </a:tabLst>
            </a:pPr>
            <a:r>
              <a:rPr b="0" lang="en-IN" sz="2000" spc="-1" strike="noStrike">
                <a:solidFill>
                  <a:srgbClr val="000000"/>
                </a:solidFill>
                <a:latin typeface="Arial"/>
              </a:rPr>
              <a:t>Auto-Sharding</a:t>
            </a:r>
            <a:endParaRPr b="0" lang="en-IN" sz="2000" spc="-1" strike="noStrike">
              <a:solidFill>
                <a:srgbClr val="000000"/>
              </a:solidFill>
              <a:latin typeface="Arial"/>
            </a:endParaRPr>
          </a:p>
          <a:p>
            <a:pPr marL="432000" indent="0">
              <a:lnSpc>
                <a:spcPct val="100000"/>
              </a:lnSpc>
              <a:spcBef>
                <a:spcPts val="1417"/>
              </a:spcBef>
              <a:buNone/>
              <a:tabLst>
                <a:tab algn="l" pos="0"/>
              </a:tabLst>
            </a:pPr>
            <a:r>
              <a:rPr b="0" lang="en-IN" sz="2000" spc="-1" strike="noStrike">
                <a:solidFill>
                  <a:srgbClr val="000000"/>
                </a:solidFill>
                <a:latin typeface="Arial"/>
              </a:rPr>
              <a:t>Rich queries</a:t>
            </a:r>
            <a:endParaRPr b="0" lang="en-IN" sz="2000" spc="-1" strike="noStrike">
              <a:solidFill>
                <a:srgbClr val="000000"/>
              </a:solidFill>
              <a:latin typeface="Arial"/>
            </a:endParaRPr>
          </a:p>
          <a:p>
            <a:pPr marL="432000" indent="0">
              <a:lnSpc>
                <a:spcPct val="100000"/>
              </a:lnSpc>
              <a:spcBef>
                <a:spcPts val="1417"/>
              </a:spcBef>
              <a:buNone/>
              <a:tabLst>
                <a:tab algn="l" pos="0"/>
              </a:tabLst>
            </a:pPr>
            <a:r>
              <a:rPr b="0" lang="en-IN" sz="2000" spc="-1" strike="noStrike">
                <a:solidFill>
                  <a:srgbClr val="000000"/>
                </a:solidFill>
                <a:latin typeface="Arial"/>
              </a:rPr>
              <a:t>Fast in-place updates</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Use cases</a:t>
            </a:r>
            <a:endParaRPr b="0" lang="en-IN" sz="4400" spc="-1" strike="noStrike">
              <a:solidFill>
                <a:srgbClr val="000000"/>
              </a:solidFill>
              <a:latin typeface="Arial"/>
            </a:endParaRPr>
          </a:p>
        </p:txBody>
      </p:sp>
      <p:sp>
        <p:nvSpPr>
          <p:cNvPr id="450"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0" lang="en-IN" sz="2000" spc="-1" strike="noStrike">
                <a:solidFill>
                  <a:srgbClr val="000000"/>
                </a:solidFill>
                <a:latin typeface="Arial"/>
              </a:rPr>
              <a:t>Big Data</a:t>
            </a:r>
            <a:endParaRPr b="0" lang="en-IN" sz="2000" spc="-1" strike="noStrike">
              <a:solidFill>
                <a:srgbClr val="000000"/>
              </a:solidFill>
              <a:latin typeface="Arial"/>
            </a:endParaRPr>
          </a:p>
          <a:p>
            <a:pPr marL="432000" indent="0">
              <a:lnSpc>
                <a:spcPct val="100000"/>
              </a:lnSpc>
              <a:spcBef>
                <a:spcPts val="1417"/>
              </a:spcBef>
              <a:buNone/>
              <a:tabLst>
                <a:tab algn="l" pos="0"/>
              </a:tabLst>
            </a:pPr>
            <a:r>
              <a:rPr b="0" lang="en-IN" sz="2000" spc="-1" strike="noStrike">
                <a:solidFill>
                  <a:srgbClr val="000000"/>
                </a:solidFill>
                <a:latin typeface="Arial"/>
              </a:rPr>
              <a:t>Content Management and Delivery</a:t>
            </a:r>
            <a:endParaRPr b="0" lang="en-IN" sz="2000" spc="-1" strike="noStrike">
              <a:solidFill>
                <a:srgbClr val="000000"/>
              </a:solidFill>
              <a:latin typeface="Arial"/>
            </a:endParaRPr>
          </a:p>
          <a:p>
            <a:pPr marL="432000" indent="0">
              <a:lnSpc>
                <a:spcPct val="100000"/>
              </a:lnSpc>
              <a:spcBef>
                <a:spcPts val="1417"/>
              </a:spcBef>
              <a:buNone/>
              <a:tabLst>
                <a:tab algn="l" pos="0"/>
              </a:tabLst>
            </a:pPr>
            <a:r>
              <a:rPr b="0" lang="en-IN" sz="2000" spc="-1" strike="noStrike">
                <a:solidFill>
                  <a:srgbClr val="000000"/>
                </a:solidFill>
                <a:latin typeface="Arial"/>
              </a:rPr>
              <a:t>Mobile and Social Infrastructure</a:t>
            </a:r>
            <a:endParaRPr b="0" lang="en-IN" sz="2000" spc="-1" strike="noStrike">
              <a:solidFill>
                <a:srgbClr val="000000"/>
              </a:solidFill>
              <a:latin typeface="Arial"/>
            </a:endParaRPr>
          </a:p>
          <a:p>
            <a:pPr marL="432000" indent="0">
              <a:lnSpc>
                <a:spcPct val="100000"/>
              </a:lnSpc>
              <a:spcBef>
                <a:spcPts val="1417"/>
              </a:spcBef>
              <a:buNone/>
              <a:tabLst>
                <a:tab algn="l" pos="0"/>
              </a:tabLst>
            </a:pPr>
            <a:r>
              <a:rPr b="0" lang="en-IN" sz="2000" spc="-1" strike="noStrike">
                <a:solidFill>
                  <a:srgbClr val="000000"/>
                </a:solidFill>
                <a:latin typeface="Arial"/>
              </a:rPr>
              <a:t>User Data Management</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Install Mongodb</a:t>
            </a:r>
            <a:endParaRPr b="0" lang="en-IN" sz="4400" spc="-1" strike="noStrike">
              <a:solidFill>
                <a:srgbClr val="000000"/>
              </a:solidFill>
              <a:latin typeface="Arial"/>
            </a:endParaRPr>
          </a:p>
        </p:txBody>
      </p:sp>
      <p:sp>
        <p:nvSpPr>
          <p:cNvPr id="452"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0" lang="en-IN" sz="3200" spc="-1" strike="noStrike">
                <a:solidFill>
                  <a:srgbClr val="000000"/>
                </a:solidFill>
                <a:latin typeface="Arial"/>
              </a:rPr>
              <a:t>Windows</a:t>
            </a:r>
            <a:endParaRPr b="0" lang="en-IN" sz="3200" spc="-1" strike="noStrike">
              <a:solidFill>
                <a:srgbClr val="000000"/>
              </a:solidFill>
              <a:latin typeface="Arial"/>
            </a:endParaRPr>
          </a:p>
          <a:p>
            <a:pPr marL="432000" indent="0">
              <a:lnSpc>
                <a:spcPct val="100000"/>
              </a:lnSpc>
              <a:spcBef>
                <a:spcPts val="1417"/>
              </a:spcBef>
              <a:buNone/>
              <a:tabLst>
                <a:tab algn="l" pos="0"/>
              </a:tabLst>
            </a:pPr>
            <a:r>
              <a:rPr b="0" lang="en-IN" sz="3200" spc="-1" strike="noStrike">
                <a:solidFill>
                  <a:srgbClr val="000000"/>
                </a:solidFill>
                <a:latin typeface="Arial"/>
              </a:rPr>
              <a:t>Linux</a:t>
            </a:r>
            <a:endParaRPr b="0" lang="en-IN" sz="3200" spc="-1" strike="noStrike">
              <a:solidFill>
                <a:srgbClr val="000000"/>
              </a:solidFill>
              <a:latin typeface="Arial"/>
            </a:endParaRPr>
          </a:p>
          <a:p>
            <a:pPr marL="432000" indent="0">
              <a:lnSpc>
                <a:spcPct val="100000"/>
              </a:lnSpc>
              <a:spcBef>
                <a:spcPts val="1417"/>
              </a:spcBef>
              <a:buNone/>
              <a:tabLst>
                <a:tab algn="l" pos="0"/>
              </a:tabLst>
            </a:pPr>
            <a:r>
              <a:rPr b="0" lang="en-IN" sz="3200" spc="-1" strike="noStrike">
                <a:solidFill>
                  <a:srgbClr val="000000"/>
                </a:solidFill>
                <a:latin typeface="Arial"/>
              </a:rPr>
              <a:t>Mac</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Data Modeling</a:t>
            </a:r>
            <a:endParaRPr b="0" lang="en-IN" sz="4400" spc="-1" strike="noStrike">
              <a:solidFill>
                <a:srgbClr val="000000"/>
              </a:solidFill>
              <a:latin typeface="Arial"/>
            </a:endParaRPr>
          </a:p>
        </p:txBody>
      </p:sp>
      <p:sp>
        <p:nvSpPr>
          <p:cNvPr id="454"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In MongoDB, data has a flexible schema. It is totally different from SQL database where you had to determine and declare a table's schema before inserting data. </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MongoDB collections do not enforce document structure</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The main challenge in data modeling is balancing the need of the application, the performance characteristics of the database engine, and the data retrieval patterns.</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Traditional Data Modeling</a:t>
            </a:r>
            <a:endParaRPr b="0" lang="en-IN" sz="4400" spc="-1" strike="noStrike">
              <a:solidFill>
                <a:srgbClr val="000000"/>
              </a:solidFill>
              <a:latin typeface="Arial"/>
            </a:endParaRPr>
          </a:p>
        </p:txBody>
      </p:sp>
      <p:sp>
        <p:nvSpPr>
          <p:cNvPr id="456"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0" lang="en-IN" sz="2400" spc="-1" strike="noStrike">
                <a:solidFill>
                  <a:srgbClr val="000000"/>
                </a:solidFill>
                <a:latin typeface="Arial"/>
              </a:rPr>
              <a:t>Normalisation</a:t>
            </a:r>
            <a:endParaRPr b="0" lang="en-IN" sz="2400" spc="-1" strike="noStrike">
              <a:solidFill>
                <a:srgbClr val="000000"/>
              </a:solidFill>
              <a:latin typeface="Arial"/>
            </a:endParaRPr>
          </a:p>
          <a:p>
            <a:pPr marL="432000" indent="0">
              <a:lnSpc>
                <a:spcPct val="100000"/>
              </a:lnSpc>
              <a:spcBef>
                <a:spcPts val="1417"/>
              </a:spcBef>
              <a:buNone/>
              <a:tabLst>
                <a:tab algn="l" pos="0"/>
              </a:tabLst>
            </a:pPr>
            <a:r>
              <a:rPr b="0" lang="en-IN" sz="2400" spc="-1" strike="noStrike">
                <a:solidFill>
                  <a:srgbClr val="000000"/>
                </a:solidFill>
                <a:latin typeface="Arial"/>
              </a:rPr>
              <a:t>1 NF</a:t>
            </a:r>
            <a:endParaRPr b="0" lang="en-IN" sz="2400" spc="-1" strike="noStrike">
              <a:solidFill>
                <a:srgbClr val="000000"/>
              </a:solidFill>
              <a:latin typeface="Arial"/>
            </a:endParaRPr>
          </a:p>
          <a:p>
            <a:pPr marL="432000" indent="0">
              <a:lnSpc>
                <a:spcPct val="100000"/>
              </a:lnSpc>
              <a:spcBef>
                <a:spcPts val="1417"/>
              </a:spcBef>
              <a:buNone/>
              <a:tabLst>
                <a:tab algn="l" pos="0"/>
              </a:tabLst>
            </a:pPr>
            <a:r>
              <a:rPr b="0" lang="en-IN" sz="2400" spc="-1" strike="noStrike">
                <a:solidFill>
                  <a:srgbClr val="000000"/>
                </a:solidFill>
                <a:latin typeface="Arial"/>
              </a:rPr>
              <a:t>2 NF</a:t>
            </a:r>
            <a:endParaRPr b="0" lang="en-IN" sz="2400" spc="-1" strike="noStrike">
              <a:solidFill>
                <a:srgbClr val="000000"/>
              </a:solidFill>
              <a:latin typeface="Arial"/>
            </a:endParaRPr>
          </a:p>
          <a:p>
            <a:pPr marL="432000" indent="0">
              <a:lnSpc>
                <a:spcPct val="100000"/>
              </a:lnSpc>
              <a:spcBef>
                <a:spcPts val="1417"/>
              </a:spcBef>
              <a:buNone/>
              <a:tabLst>
                <a:tab algn="l" pos="0"/>
              </a:tabLst>
            </a:pPr>
            <a:r>
              <a:rPr b="0" lang="en-IN" sz="2400" spc="-1" strike="noStrike">
                <a:solidFill>
                  <a:srgbClr val="000000"/>
                </a:solidFill>
                <a:latin typeface="Arial"/>
              </a:rPr>
              <a:t>Entity Relationship</a:t>
            </a:r>
            <a:endParaRPr b="0" lang="en-IN" sz="2400" spc="-1" strike="noStrike">
              <a:solidFill>
                <a:srgbClr val="000000"/>
              </a:solidFill>
              <a:latin typeface="Arial"/>
            </a:endParaRPr>
          </a:p>
          <a:p>
            <a:pPr marL="432000" indent="0">
              <a:lnSpc>
                <a:spcPct val="100000"/>
              </a:lnSpc>
              <a:spcBef>
                <a:spcPts val="1417"/>
              </a:spcBef>
              <a:buNone/>
              <a:tabLst>
                <a:tab algn="l" pos="0"/>
              </a:tabLst>
            </a:pPr>
            <a:r>
              <a:rPr b="0" lang="en-IN" sz="2400" spc="-1" strike="noStrike">
                <a:solidFill>
                  <a:srgbClr val="000000"/>
                </a:solidFill>
                <a:latin typeface="Arial"/>
              </a:rPr>
              <a:t>One to One</a:t>
            </a:r>
            <a:endParaRPr b="0" lang="en-IN" sz="2400" spc="-1" strike="noStrike">
              <a:solidFill>
                <a:srgbClr val="000000"/>
              </a:solidFill>
              <a:latin typeface="Arial"/>
            </a:endParaRPr>
          </a:p>
          <a:p>
            <a:pPr marL="432000" indent="0">
              <a:lnSpc>
                <a:spcPct val="100000"/>
              </a:lnSpc>
              <a:spcBef>
                <a:spcPts val="1417"/>
              </a:spcBef>
              <a:buNone/>
              <a:tabLst>
                <a:tab algn="l" pos="0"/>
              </a:tabLst>
            </a:pPr>
            <a:r>
              <a:rPr b="0" lang="en-IN" sz="2400" spc="-1" strike="noStrike">
                <a:solidFill>
                  <a:srgbClr val="000000"/>
                </a:solidFill>
                <a:latin typeface="Arial"/>
              </a:rPr>
              <a:t>One to Many</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458" name="PlaceHolder 2"/>
          <p:cNvSpPr>
            <a:spLocks noGrp="1"/>
          </p:cNvSpPr>
          <p:nvPr>
            <p:ph/>
          </p:nvPr>
        </p:nvSpPr>
        <p:spPr>
          <a:xfrm>
            <a:off x="504000" y="1326600"/>
            <a:ext cx="9069840" cy="3286440"/>
          </a:xfrm>
          <a:prstGeom prst="rect">
            <a:avLst/>
          </a:prstGeom>
          <a:noFill/>
          <a:ln w="0">
            <a:noFill/>
          </a:ln>
        </p:spPr>
        <p:txBody>
          <a:bodyPr lIns="0" rIns="0" tIns="0" bIns="0" anchor="t">
            <a:normAutofit fontScale="56000"/>
          </a:bodyPr>
          <a:p>
            <a:pPr marL="241920" indent="0">
              <a:lnSpc>
                <a:spcPct val="100000"/>
              </a:lnSpc>
              <a:spcBef>
                <a:spcPts val="1417"/>
              </a:spcBef>
              <a:buNone/>
              <a:tabLst>
                <a:tab algn="l" pos="0"/>
              </a:tabLst>
            </a:pPr>
            <a:r>
              <a:rPr b="1" lang="en-IN" sz="3200" spc="-1" strike="noStrike">
                <a:solidFill>
                  <a:srgbClr val="000000"/>
                </a:solidFill>
                <a:latin typeface="Arial"/>
              </a:rPr>
              <a:t>Consider the following things while designing the schema in MongoDB</a:t>
            </a:r>
            <a:endParaRPr b="0" lang="en-IN" sz="3200" spc="-1" strike="noStrike">
              <a:solidFill>
                <a:srgbClr val="000000"/>
              </a:solidFill>
              <a:latin typeface="Arial"/>
            </a:endParaRPr>
          </a:p>
          <a:p>
            <a:pPr marL="241920" indent="0">
              <a:lnSpc>
                <a:spcPct val="100000"/>
              </a:lnSpc>
              <a:spcBef>
                <a:spcPts val="1417"/>
              </a:spcBef>
              <a:buNone/>
              <a:tabLst>
                <a:tab algn="l" pos="0"/>
              </a:tabLst>
            </a:pPr>
            <a:r>
              <a:rPr b="0" lang="en-IN" sz="3200" spc="-1" strike="noStrike">
                <a:solidFill>
                  <a:srgbClr val="000000"/>
                </a:solidFill>
                <a:latin typeface="Arial"/>
              </a:rPr>
              <a:t>Always design schema according to user requirements.</a:t>
            </a:r>
            <a:endParaRPr b="0" lang="en-IN" sz="3200" spc="-1" strike="noStrike">
              <a:solidFill>
                <a:srgbClr val="000000"/>
              </a:solidFill>
              <a:latin typeface="Arial"/>
            </a:endParaRPr>
          </a:p>
          <a:p>
            <a:pPr marL="241920" indent="0">
              <a:lnSpc>
                <a:spcPct val="100000"/>
              </a:lnSpc>
              <a:spcBef>
                <a:spcPts val="1417"/>
              </a:spcBef>
              <a:buNone/>
              <a:tabLst>
                <a:tab algn="l" pos="0"/>
              </a:tabLst>
            </a:pPr>
            <a:r>
              <a:rPr b="0" lang="en-IN" sz="3200" spc="-1" strike="noStrike">
                <a:solidFill>
                  <a:srgbClr val="000000"/>
                </a:solidFill>
                <a:latin typeface="Arial"/>
              </a:rPr>
              <a:t>Do join on write operations not on read operations.</a:t>
            </a:r>
            <a:endParaRPr b="0" lang="en-IN" sz="3200" spc="-1" strike="noStrike">
              <a:solidFill>
                <a:srgbClr val="000000"/>
              </a:solidFill>
              <a:latin typeface="Arial"/>
            </a:endParaRPr>
          </a:p>
          <a:p>
            <a:pPr marL="241920" indent="0">
              <a:lnSpc>
                <a:spcPct val="100000"/>
              </a:lnSpc>
              <a:spcBef>
                <a:spcPts val="1417"/>
              </a:spcBef>
              <a:buNone/>
              <a:tabLst>
                <a:tab algn="l" pos="0"/>
              </a:tabLst>
            </a:pPr>
            <a:r>
              <a:rPr b="0" lang="en-IN" sz="3200" spc="-1" strike="noStrike">
                <a:solidFill>
                  <a:srgbClr val="000000"/>
                </a:solidFill>
                <a:latin typeface="Arial"/>
              </a:rPr>
              <a:t>Objects which you want to use together, should be combined into one document. Otherwise they should be separated (make sure that there should not be need of joins).</a:t>
            </a:r>
            <a:endParaRPr b="0" lang="en-IN" sz="3200" spc="-1" strike="noStrike">
              <a:solidFill>
                <a:srgbClr val="000000"/>
              </a:solidFill>
              <a:latin typeface="Arial"/>
            </a:endParaRPr>
          </a:p>
          <a:p>
            <a:pPr marL="241920" indent="0">
              <a:lnSpc>
                <a:spcPct val="100000"/>
              </a:lnSpc>
              <a:spcBef>
                <a:spcPts val="1417"/>
              </a:spcBef>
              <a:buNone/>
              <a:tabLst>
                <a:tab algn="l" pos="0"/>
              </a:tabLst>
            </a:pPr>
            <a:r>
              <a:rPr b="0" lang="en-IN" sz="3200" spc="-1" strike="noStrike">
                <a:solidFill>
                  <a:srgbClr val="000000"/>
                </a:solidFill>
                <a:latin typeface="Arial"/>
              </a:rPr>
              <a:t>Optimize your schema for more frequent use cases.</a:t>
            </a:r>
            <a:endParaRPr b="0" lang="en-IN" sz="3200" spc="-1" strike="noStrike">
              <a:solidFill>
                <a:srgbClr val="000000"/>
              </a:solidFill>
              <a:latin typeface="Arial"/>
            </a:endParaRPr>
          </a:p>
          <a:p>
            <a:pPr marL="241920" indent="0">
              <a:lnSpc>
                <a:spcPct val="100000"/>
              </a:lnSpc>
              <a:spcBef>
                <a:spcPts val="1417"/>
              </a:spcBef>
              <a:buNone/>
              <a:tabLst>
                <a:tab algn="l" pos="0"/>
              </a:tabLst>
            </a:pPr>
            <a:r>
              <a:rPr b="0" lang="en-IN" sz="3200" spc="-1" strike="noStrike">
                <a:solidFill>
                  <a:srgbClr val="000000"/>
                </a:solidFill>
                <a:latin typeface="Arial"/>
              </a:rPr>
              <a:t>Do complex aggregation in the schema.</a:t>
            </a:r>
            <a:endParaRPr b="0" lang="en-IN" sz="3200" spc="-1" strike="noStrike">
              <a:solidFill>
                <a:srgbClr val="000000"/>
              </a:solidFill>
              <a:latin typeface="Arial"/>
            </a:endParaRPr>
          </a:p>
          <a:p>
            <a:pPr marL="241920" indent="0">
              <a:lnSpc>
                <a:spcPct val="100000"/>
              </a:lnSpc>
              <a:spcBef>
                <a:spcPts val="1417"/>
              </a:spcBef>
              <a:buNone/>
              <a:tabLst>
                <a:tab algn="l" pos="0"/>
              </a:tabLst>
            </a:pPr>
            <a:r>
              <a:rPr b="0" lang="en-IN" sz="3200" spc="-1" strike="noStrike">
                <a:solidFill>
                  <a:srgbClr val="000000"/>
                </a:solidFill>
                <a:latin typeface="Arial"/>
              </a:rPr>
              <a:t>You should duplicate the data but in a limit, because disc space is cheaper than compute time.Click to add Text</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460"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let us take an example of a client who needs a database design for his website. His website has the following requirements:</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Every post is distinct (contains unique title, description and url).</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Every post can have one or more tags</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Every post has the name of its publisher and total number of like</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Each post can have zero or more comments and the comments must contain user name, message, data-time and likes.</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462"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For the above requirement, a minimum of three tables are required in RDBMS.</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endParaRPr b="0" lang="en-IN" sz="2000" spc="-1" strike="noStrike">
              <a:solidFill>
                <a:srgbClr val="000000"/>
              </a:solidFill>
              <a:latin typeface="Arial"/>
            </a:endParaRPr>
          </a:p>
        </p:txBody>
      </p:sp>
      <p:pic>
        <p:nvPicPr>
          <p:cNvPr id="463" name="" descr=""/>
          <p:cNvPicPr/>
          <p:nvPr/>
        </p:nvPicPr>
        <p:blipFill>
          <a:blip r:embed="rId1"/>
          <a:stretch/>
        </p:blipFill>
        <p:spPr>
          <a:xfrm>
            <a:off x="1260000" y="2160000"/>
            <a:ext cx="4923000" cy="195084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465" name="PlaceHolder 2"/>
          <p:cNvSpPr>
            <a:spLocks noGrp="1"/>
          </p:cNvSpPr>
          <p:nvPr>
            <p:ph/>
          </p:nvPr>
        </p:nvSpPr>
        <p:spPr>
          <a:xfrm>
            <a:off x="504000" y="1326600"/>
            <a:ext cx="4425120" cy="3286440"/>
          </a:xfrm>
          <a:prstGeom prst="rect">
            <a:avLst/>
          </a:prstGeom>
          <a:noFill/>
          <a:ln w="0">
            <a:noFill/>
          </a:ln>
        </p:spPr>
        <p:txBody>
          <a:bodyPr lIns="0" rIns="0" tIns="0" bIns="0" anchor="t">
            <a:normAutofit fontScale="66000"/>
          </a:bodyPr>
          <a:p>
            <a:pPr marL="285120" indent="0" algn="just">
              <a:lnSpc>
                <a:spcPct val="100000"/>
              </a:lnSpc>
              <a:spcBef>
                <a:spcPts val="1417"/>
              </a:spcBef>
              <a:buNone/>
              <a:tabLst>
                <a:tab algn="l" pos="0"/>
              </a:tabLst>
            </a:pPr>
            <a:r>
              <a:rPr b="0" lang="en-IN" sz="2000" spc="-1" strike="noStrike">
                <a:solidFill>
                  <a:srgbClr val="000000"/>
                </a:solidFill>
                <a:latin typeface="Arial"/>
              </a:rPr>
              <a:t>But in MongoDB, schema design will have one collection post and has the following structure</a:t>
            </a:r>
            <a:endParaRPr b="0" lang="en-IN" sz="2000" spc="-1" strike="noStrike">
              <a:solidFill>
                <a:srgbClr val="000000"/>
              </a:solidFill>
              <a:latin typeface="Arial"/>
            </a:endParaRPr>
          </a:p>
          <a:p>
            <a:pPr marL="285120" indent="0" algn="just">
              <a:lnSpc>
                <a:spcPct val="100000"/>
              </a:lnSpc>
              <a:spcBef>
                <a:spcPts val="1417"/>
              </a:spcBef>
              <a:buNone/>
              <a:tabLst>
                <a:tab algn="l" pos="0"/>
              </a:tabLst>
            </a:pPr>
            <a:r>
              <a:rPr b="0" lang="en-IN" sz="2000" spc="-1" strike="noStrike">
                <a:solidFill>
                  <a:srgbClr val="000000"/>
                </a:solidFill>
                <a:latin typeface="Arial"/>
              </a:rPr>
              <a:t>{</a:t>
            </a:r>
            <a:endParaRPr b="0" lang="en-IN" sz="2000" spc="-1" strike="noStrike">
              <a:solidFill>
                <a:srgbClr val="000000"/>
              </a:solidFill>
              <a:latin typeface="Arial"/>
            </a:endParaRPr>
          </a:p>
          <a:p>
            <a:pPr marL="285120" indent="0" algn="just">
              <a:lnSpc>
                <a:spcPct val="100000"/>
              </a:lnSpc>
              <a:spcBef>
                <a:spcPts val="1417"/>
              </a:spcBef>
              <a:buNone/>
              <a:tabLst>
                <a:tab algn="l" pos="0"/>
              </a:tabLst>
            </a:pPr>
            <a:r>
              <a:rPr b="0" lang="en-IN" sz="2000" spc="-1" strike="noStrike">
                <a:solidFill>
                  <a:srgbClr val="000000"/>
                </a:solidFill>
                <a:latin typeface="Arial"/>
              </a:rPr>
              <a:t>_id: POST_ID</a:t>
            </a:r>
            <a:endParaRPr b="0" lang="en-IN" sz="2000" spc="-1" strike="noStrike">
              <a:solidFill>
                <a:srgbClr val="000000"/>
              </a:solidFill>
              <a:latin typeface="Arial"/>
            </a:endParaRPr>
          </a:p>
          <a:p>
            <a:pPr marL="285120" indent="0" algn="just">
              <a:lnSpc>
                <a:spcPct val="100000"/>
              </a:lnSpc>
              <a:spcBef>
                <a:spcPts val="1417"/>
              </a:spcBef>
              <a:buNone/>
              <a:tabLst>
                <a:tab algn="l" pos="0"/>
              </a:tabLst>
            </a:pPr>
            <a:r>
              <a:rPr b="0" lang="en-IN" sz="2000" spc="-1" strike="noStrike">
                <a:solidFill>
                  <a:srgbClr val="000000"/>
                </a:solidFill>
                <a:latin typeface="Arial"/>
              </a:rPr>
              <a:t>title: TITLE_OF_POST,</a:t>
            </a:r>
            <a:endParaRPr b="0" lang="en-IN" sz="2000" spc="-1" strike="noStrike">
              <a:solidFill>
                <a:srgbClr val="000000"/>
              </a:solidFill>
              <a:latin typeface="Arial"/>
            </a:endParaRPr>
          </a:p>
          <a:p>
            <a:pPr marL="285120" indent="0" algn="just">
              <a:lnSpc>
                <a:spcPct val="100000"/>
              </a:lnSpc>
              <a:spcBef>
                <a:spcPts val="1417"/>
              </a:spcBef>
              <a:buNone/>
              <a:tabLst>
                <a:tab algn="l" pos="0"/>
              </a:tabLst>
            </a:pPr>
            <a:r>
              <a:rPr b="0" lang="en-IN" sz="2000" spc="-1" strike="noStrike">
                <a:solidFill>
                  <a:srgbClr val="000000"/>
                </a:solidFill>
                <a:latin typeface="Arial"/>
              </a:rPr>
              <a:t>description: POST_DESCRIPTION,</a:t>
            </a:r>
            <a:endParaRPr b="0" lang="en-IN" sz="2000" spc="-1" strike="noStrike">
              <a:solidFill>
                <a:srgbClr val="000000"/>
              </a:solidFill>
              <a:latin typeface="Arial"/>
            </a:endParaRPr>
          </a:p>
          <a:p>
            <a:pPr marL="285120" indent="0" algn="just">
              <a:lnSpc>
                <a:spcPct val="100000"/>
              </a:lnSpc>
              <a:spcBef>
                <a:spcPts val="1417"/>
              </a:spcBef>
              <a:buNone/>
              <a:tabLst>
                <a:tab algn="l" pos="0"/>
              </a:tabLst>
            </a:pPr>
            <a:r>
              <a:rPr b="0" lang="en-IN" sz="2000" spc="-1" strike="noStrike">
                <a:solidFill>
                  <a:srgbClr val="000000"/>
                </a:solidFill>
                <a:latin typeface="Arial"/>
              </a:rPr>
              <a:t>by: POST_BY,</a:t>
            </a:r>
            <a:endParaRPr b="0" lang="en-IN" sz="2000" spc="-1" strike="noStrike">
              <a:solidFill>
                <a:srgbClr val="000000"/>
              </a:solidFill>
              <a:latin typeface="Arial"/>
            </a:endParaRPr>
          </a:p>
          <a:p>
            <a:pPr marL="285120" indent="0" algn="just">
              <a:lnSpc>
                <a:spcPct val="100000"/>
              </a:lnSpc>
              <a:spcBef>
                <a:spcPts val="1417"/>
              </a:spcBef>
              <a:buNone/>
              <a:tabLst>
                <a:tab algn="l" pos="0"/>
              </a:tabLst>
            </a:pPr>
            <a:r>
              <a:rPr b="0" lang="en-IN" sz="2000" spc="-1" strike="noStrike">
                <a:solidFill>
                  <a:srgbClr val="000000"/>
                </a:solidFill>
                <a:latin typeface="Arial"/>
              </a:rPr>
              <a:t>url: URL_OF_POST,</a:t>
            </a:r>
            <a:endParaRPr b="0" lang="en-IN" sz="2000" spc="-1" strike="noStrike">
              <a:solidFill>
                <a:srgbClr val="000000"/>
              </a:solidFill>
              <a:latin typeface="Arial"/>
            </a:endParaRPr>
          </a:p>
          <a:p>
            <a:pPr marL="285120" indent="0" algn="just">
              <a:lnSpc>
                <a:spcPct val="100000"/>
              </a:lnSpc>
              <a:spcBef>
                <a:spcPts val="1417"/>
              </a:spcBef>
              <a:buNone/>
              <a:tabLst>
                <a:tab algn="l" pos="0"/>
              </a:tabLst>
            </a:pPr>
            <a:r>
              <a:rPr b="0" lang="en-IN" sz="2000" spc="-1" strike="noStrike">
                <a:solidFill>
                  <a:srgbClr val="000000"/>
                </a:solidFill>
                <a:latin typeface="Arial"/>
              </a:rPr>
              <a:t>tags: [TAG1, TAG2, TAG3],</a:t>
            </a:r>
            <a:endParaRPr b="0" lang="en-IN" sz="2000" spc="-1" strike="noStrike">
              <a:solidFill>
                <a:srgbClr val="000000"/>
              </a:solidFill>
              <a:latin typeface="Arial"/>
            </a:endParaRPr>
          </a:p>
          <a:p>
            <a:pPr marL="285120" indent="0" algn="just">
              <a:lnSpc>
                <a:spcPct val="100000"/>
              </a:lnSpc>
              <a:spcBef>
                <a:spcPts val="1417"/>
              </a:spcBef>
              <a:buNone/>
              <a:tabLst>
                <a:tab algn="l" pos="0"/>
              </a:tabLst>
            </a:pPr>
            <a:r>
              <a:rPr b="0" lang="en-IN" sz="2000" spc="-1" strike="noStrike">
                <a:solidFill>
                  <a:srgbClr val="000000"/>
                </a:solidFill>
                <a:latin typeface="Arial"/>
              </a:rPr>
              <a:t>likes: TOTAL_LIKES,</a:t>
            </a:r>
            <a:endParaRPr b="0" lang="en-IN" sz="2000" spc="-1" strike="noStrike">
              <a:solidFill>
                <a:srgbClr val="000000"/>
              </a:solidFill>
              <a:latin typeface="Arial"/>
            </a:endParaRPr>
          </a:p>
          <a:p>
            <a:pPr marL="285120" indent="0" algn="just">
              <a:lnSpc>
                <a:spcPct val="100000"/>
              </a:lnSpc>
              <a:spcBef>
                <a:spcPts val="1417"/>
              </a:spcBef>
              <a:buNone/>
              <a:tabLst>
                <a:tab algn="l" pos="0"/>
              </a:tabLst>
            </a:pPr>
            <a:r>
              <a:rPr b="0" lang="en-IN" sz="2000" spc="-1" strike="noStrike">
                <a:solidFill>
                  <a:srgbClr val="000000"/>
                </a:solidFill>
                <a:latin typeface="Arial"/>
              </a:rPr>
              <a:t> </a:t>
            </a:r>
            <a:endParaRPr b="0" lang="en-IN" sz="2000" spc="-1" strike="noStrike">
              <a:solidFill>
                <a:srgbClr val="000000"/>
              </a:solidFill>
              <a:latin typeface="Arial"/>
            </a:endParaRPr>
          </a:p>
        </p:txBody>
      </p:sp>
      <p:sp>
        <p:nvSpPr>
          <p:cNvPr id="466" name="PlaceHolder 3"/>
          <p:cNvSpPr>
            <a:spLocks noGrp="1"/>
          </p:cNvSpPr>
          <p:nvPr>
            <p:ph/>
          </p:nvPr>
        </p:nvSpPr>
        <p:spPr>
          <a:xfrm>
            <a:off x="5152320" y="1326600"/>
            <a:ext cx="4425120" cy="3286440"/>
          </a:xfrm>
          <a:prstGeom prst="rect">
            <a:avLst/>
          </a:prstGeom>
          <a:noFill/>
          <a:ln w="0">
            <a:noFill/>
          </a:ln>
        </p:spPr>
        <p:txBody>
          <a:bodyPr lIns="0" rIns="0" tIns="0" bIns="0" anchor="t">
            <a:normAutofit fontScale="53000"/>
          </a:bodyPr>
          <a:p>
            <a:pPr marL="228960" indent="0" algn="just">
              <a:lnSpc>
                <a:spcPct val="100000"/>
              </a:lnSpc>
              <a:spcBef>
                <a:spcPts val="1417"/>
              </a:spcBef>
              <a:buNone/>
              <a:tabLst>
                <a:tab algn="l" pos="0"/>
              </a:tabLst>
            </a:pPr>
            <a:r>
              <a:rPr b="0" lang="en-IN" sz="2000" spc="-1" strike="noStrike">
                <a:solidFill>
                  <a:srgbClr val="000000"/>
                </a:solidFill>
                <a:latin typeface="Arial"/>
              </a:rPr>
              <a:t>comments: [</a:t>
            </a:r>
            <a:endParaRPr b="0" lang="en-IN" sz="2000" spc="-1" strike="noStrike">
              <a:solidFill>
                <a:srgbClr val="000000"/>
              </a:solidFill>
              <a:latin typeface="Arial"/>
            </a:endParaRPr>
          </a:p>
          <a:p>
            <a:pPr marL="228960" indent="0" algn="just">
              <a:lnSpc>
                <a:spcPct val="100000"/>
              </a:lnSpc>
              <a:spcBef>
                <a:spcPts val="1417"/>
              </a:spcBef>
              <a:buNone/>
              <a:tabLst>
                <a:tab algn="l" pos="0"/>
              </a:tabLst>
            </a:pPr>
            <a:r>
              <a:rPr b="0" lang="en-IN" sz="2000" spc="-1" strike="noStrike">
                <a:solidFill>
                  <a:srgbClr val="000000"/>
                </a:solidFill>
                <a:latin typeface="Arial"/>
              </a:rPr>
              <a:t>{</a:t>
            </a:r>
            <a:endParaRPr b="0" lang="en-IN" sz="2000" spc="-1" strike="noStrike">
              <a:solidFill>
                <a:srgbClr val="000000"/>
              </a:solidFill>
              <a:latin typeface="Arial"/>
            </a:endParaRPr>
          </a:p>
          <a:p>
            <a:pPr marL="228960" indent="0" algn="just">
              <a:lnSpc>
                <a:spcPct val="100000"/>
              </a:lnSpc>
              <a:spcBef>
                <a:spcPts val="1417"/>
              </a:spcBef>
              <a:buNone/>
              <a:tabLst>
                <a:tab algn="l" pos="0"/>
              </a:tabLst>
            </a:pPr>
            <a:r>
              <a:rPr b="0" lang="en-IN" sz="2000" spc="-1" strike="noStrike">
                <a:solidFill>
                  <a:srgbClr val="000000"/>
                </a:solidFill>
                <a:latin typeface="Arial"/>
              </a:rPr>
              <a:t>user: 'COMMENT_BY',</a:t>
            </a:r>
            <a:endParaRPr b="0" lang="en-IN" sz="2000" spc="-1" strike="noStrike">
              <a:solidFill>
                <a:srgbClr val="000000"/>
              </a:solidFill>
              <a:latin typeface="Arial"/>
            </a:endParaRPr>
          </a:p>
          <a:p>
            <a:pPr marL="228960" indent="0" algn="just">
              <a:lnSpc>
                <a:spcPct val="100000"/>
              </a:lnSpc>
              <a:spcBef>
                <a:spcPts val="1417"/>
              </a:spcBef>
              <a:buNone/>
              <a:tabLst>
                <a:tab algn="l" pos="0"/>
              </a:tabLst>
            </a:pPr>
            <a:r>
              <a:rPr b="0" lang="en-IN" sz="2000" spc="-1" strike="noStrike">
                <a:solidFill>
                  <a:srgbClr val="000000"/>
                </a:solidFill>
                <a:latin typeface="Arial"/>
              </a:rPr>
              <a:t>message: TEXT,</a:t>
            </a:r>
            <a:endParaRPr b="0" lang="en-IN" sz="2000" spc="-1" strike="noStrike">
              <a:solidFill>
                <a:srgbClr val="000000"/>
              </a:solidFill>
              <a:latin typeface="Arial"/>
            </a:endParaRPr>
          </a:p>
          <a:p>
            <a:pPr marL="228960" indent="0" algn="just">
              <a:lnSpc>
                <a:spcPct val="100000"/>
              </a:lnSpc>
              <a:spcBef>
                <a:spcPts val="1417"/>
              </a:spcBef>
              <a:buNone/>
              <a:tabLst>
                <a:tab algn="l" pos="0"/>
              </a:tabLst>
            </a:pPr>
            <a:r>
              <a:rPr b="0" lang="en-IN" sz="2000" spc="-1" strike="noStrike">
                <a:solidFill>
                  <a:srgbClr val="000000"/>
                </a:solidFill>
                <a:latin typeface="Arial"/>
              </a:rPr>
              <a:t>datecreated: DATE_TIME,</a:t>
            </a:r>
            <a:endParaRPr b="0" lang="en-IN" sz="2000" spc="-1" strike="noStrike">
              <a:solidFill>
                <a:srgbClr val="000000"/>
              </a:solidFill>
              <a:latin typeface="Arial"/>
            </a:endParaRPr>
          </a:p>
          <a:p>
            <a:pPr marL="228960" indent="0" algn="just">
              <a:lnSpc>
                <a:spcPct val="100000"/>
              </a:lnSpc>
              <a:spcBef>
                <a:spcPts val="1417"/>
              </a:spcBef>
              <a:buNone/>
              <a:tabLst>
                <a:tab algn="l" pos="0"/>
              </a:tabLst>
            </a:pPr>
            <a:r>
              <a:rPr b="0" lang="en-IN" sz="2000" spc="-1" strike="noStrike">
                <a:solidFill>
                  <a:srgbClr val="000000"/>
                </a:solidFill>
                <a:latin typeface="Arial"/>
              </a:rPr>
              <a:t>like: LIKES</a:t>
            </a:r>
            <a:endParaRPr b="0" lang="en-IN" sz="2000" spc="-1" strike="noStrike">
              <a:solidFill>
                <a:srgbClr val="000000"/>
              </a:solidFill>
              <a:latin typeface="Arial"/>
            </a:endParaRPr>
          </a:p>
          <a:p>
            <a:pPr marL="228960" indent="0" algn="just">
              <a:lnSpc>
                <a:spcPct val="100000"/>
              </a:lnSpc>
              <a:spcBef>
                <a:spcPts val="1417"/>
              </a:spcBef>
              <a:buNone/>
              <a:tabLst>
                <a:tab algn="l" pos="0"/>
              </a:tabLst>
            </a:pPr>
            <a:r>
              <a:rPr b="0" lang="en-IN" sz="2000" spc="-1" strike="noStrike">
                <a:solidFill>
                  <a:srgbClr val="000000"/>
                </a:solidFill>
                <a:latin typeface="Arial"/>
              </a:rPr>
              <a:t>},</a:t>
            </a:r>
            <a:endParaRPr b="0" lang="en-IN" sz="2000" spc="-1" strike="noStrike">
              <a:solidFill>
                <a:srgbClr val="000000"/>
              </a:solidFill>
              <a:latin typeface="Arial"/>
            </a:endParaRPr>
          </a:p>
          <a:p>
            <a:pPr marL="228960" indent="0" algn="just">
              <a:lnSpc>
                <a:spcPct val="100000"/>
              </a:lnSpc>
              <a:spcBef>
                <a:spcPts val="1417"/>
              </a:spcBef>
              <a:buNone/>
              <a:tabLst>
                <a:tab algn="l" pos="0"/>
              </a:tabLst>
            </a:pPr>
            <a:r>
              <a:rPr b="0" lang="en-IN" sz="2000" spc="-1" strike="noStrike">
                <a:solidFill>
                  <a:srgbClr val="000000"/>
                </a:solidFill>
                <a:latin typeface="Arial"/>
              </a:rPr>
              <a:t>{</a:t>
            </a:r>
            <a:endParaRPr b="0" lang="en-IN" sz="2000" spc="-1" strike="noStrike">
              <a:solidFill>
                <a:srgbClr val="000000"/>
              </a:solidFill>
              <a:latin typeface="Arial"/>
            </a:endParaRPr>
          </a:p>
          <a:p>
            <a:pPr marL="228960" indent="0" algn="just">
              <a:lnSpc>
                <a:spcPct val="100000"/>
              </a:lnSpc>
              <a:spcBef>
                <a:spcPts val="1417"/>
              </a:spcBef>
              <a:buNone/>
              <a:tabLst>
                <a:tab algn="l" pos="0"/>
              </a:tabLst>
            </a:pPr>
            <a:r>
              <a:rPr b="0" lang="en-IN" sz="2000" spc="-1" strike="noStrike">
                <a:solidFill>
                  <a:srgbClr val="000000"/>
                </a:solidFill>
                <a:latin typeface="Arial"/>
              </a:rPr>
              <a:t>user: 'COMMENT_BY',</a:t>
            </a:r>
            <a:endParaRPr b="0" lang="en-IN" sz="2000" spc="-1" strike="noStrike">
              <a:solidFill>
                <a:srgbClr val="000000"/>
              </a:solidFill>
              <a:latin typeface="Arial"/>
            </a:endParaRPr>
          </a:p>
          <a:p>
            <a:pPr marL="228960" indent="0" algn="just">
              <a:lnSpc>
                <a:spcPct val="100000"/>
              </a:lnSpc>
              <a:spcBef>
                <a:spcPts val="1417"/>
              </a:spcBef>
              <a:buNone/>
              <a:tabLst>
                <a:tab algn="l" pos="0"/>
              </a:tabLst>
            </a:pPr>
            <a:r>
              <a:rPr b="0" lang="en-IN" sz="2000" spc="-1" strike="noStrike">
                <a:solidFill>
                  <a:srgbClr val="000000"/>
                </a:solidFill>
                <a:latin typeface="Arial"/>
              </a:rPr>
              <a:t>message: TEST,</a:t>
            </a:r>
            <a:endParaRPr b="0" lang="en-IN" sz="2000" spc="-1" strike="noStrike">
              <a:solidFill>
                <a:srgbClr val="000000"/>
              </a:solidFill>
              <a:latin typeface="Arial"/>
            </a:endParaRPr>
          </a:p>
          <a:p>
            <a:pPr marL="228960" indent="0" algn="just">
              <a:lnSpc>
                <a:spcPct val="100000"/>
              </a:lnSpc>
              <a:spcBef>
                <a:spcPts val="1417"/>
              </a:spcBef>
              <a:buNone/>
              <a:tabLst>
                <a:tab algn="l" pos="0"/>
              </a:tabLst>
            </a:pPr>
            <a:r>
              <a:rPr b="0" lang="en-IN" sz="2000" spc="-1" strike="noStrike">
                <a:solidFill>
                  <a:srgbClr val="000000"/>
                </a:solidFill>
                <a:latin typeface="Arial"/>
              </a:rPr>
              <a:t>dateCreated: DATE_TIME,</a:t>
            </a:r>
            <a:endParaRPr b="0" lang="en-IN" sz="2000" spc="-1" strike="noStrike">
              <a:solidFill>
                <a:srgbClr val="000000"/>
              </a:solidFill>
              <a:latin typeface="Arial"/>
            </a:endParaRPr>
          </a:p>
          <a:p>
            <a:pPr marL="228960" indent="0" algn="just">
              <a:lnSpc>
                <a:spcPct val="100000"/>
              </a:lnSpc>
              <a:spcBef>
                <a:spcPts val="1417"/>
              </a:spcBef>
              <a:buNone/>
              <a:tabLst>
                <a:tab algn="l" pos="0"/>
              </a:tabLst>
            </a:pPr>
            <a:r>
              <a:rPr b="0" lang="en-IN" sz="2000" spc="-1" strike="noStrike">
                <a:solidFill>
                  <a:srgbClr val="000000"/>
                </a:solidFill>
                <a:latin typeface="Arial"/>
              </a:rPr>
              <a:t>like: LIKES</a:t>
            </a:r>
            <a:endParaRPr b="0" lang="en-IN" sz="2000" spc="-1" strike="noStrike">
              <a:solidFill>
                <a:srgbClr val="000000"/>
              </a:solidFill>
              <a:latin typeface="Arial"/>
            </a:endParaRPr>
          </a:p>
          <a:p>
            <a:pPr marL="228960" indent="0" algn="just">
              <a:lnSpc>
                <a:spcPct val="100000"/>
              </a:lnSpc>
              <a:spcBef>
                <a:spcPts val="1417"/>
              </a:spcBef>
              <a:buNone/>
              <a:tabLst>
                <a:tab algn="l" pos="0"/>
              </a:tabLst>
            </a:pPr>
            <a:r>
              <a:rPr b="0" lang="en-IN" sz="2000" spc="-1" strike="noStrike">
                <a:solidFill>
                  <a:srgbClr val="000000"/>
                </a:solidFill>
                <a:latin typeface="Arial"/>
              </a:rPr>
              <a:t>}}}</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Relationships</a:t>
            </a:r>
            <a:endParaRPr b="0" lang="en-IN" sz="4400" spc="-1" strike="noStrike">
              <a:solidFill>
                <a:srgbClr val="000000"/>
              </a:solidFill>
              <a:latin typeface="Arial"/>
            </a:endParaRPr>
          </a:p>
        </p:txBody>
      </p:sp>
      <p:sp>
        <p:nvSpPr>
          <p:cNvPr id="468"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MongoDB is a NoSQL database and does not support classic relationships as in SQL databases. However, you can build references across entities in MongoDB in a couple of ways -</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Inner objects (equivalent to embedded documents, i.e., documents nested within another document)</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References across collections using an ObjectID field in a collection to reference an ID in another collection</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Embedded Documents</a:t>
            </a:r>
            <a:endParaRPr b="0" lang="en-IN" sz="4400" spc="-1" strike="noStrike">
              <a:solidFill>
                <a:srgbClr val="000000"/>
              </a:solidFill>
              <a:latin typeface="Arial"/>
            </a:endParaRPr>
          </a:p>
        </p:txBody>
      </p:sp>
      <p:sp>
        <p:nvSpPr>
          <p:cNvPr id="470" name="PlaceHolder 2"/>
          <p:cNvSpPr>
            <a:spLocks noGrp="1"/>
          </p:cNvSpPr>
          <p:nvPr>
            <p:ph/>
          </p:nvPr>
        </p:nvSpPr>
        <p:spPr>
          <a:xfrm>
            <a:off x="504000" y="1326600"/>
            <a:ext cx="442512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ea typeface="DejaVu Sans"/>
              </a:rPr>
              <a:t>An embedded document in MongoDB is a document nested inside another MongoDB document. That is, it is not just a reference to another document but it is fully contained within the parent document.</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endParaRPr b="0" lang="en-IN" sz="2000" spc="-1" strike="noStrike">
              <a:solidFill>
                <a:srgbClr val="000000"/>
              </a:solidFill>
              <a:latin typeface="Arial"/>
            </a:endParaRPr>
          </a:p>
        </p:txBody>
      </p:sp>
      <p:sp>
        <p:nvSpPr>
          <p:cNvPr id="471" name="PlaceHolder 3"/>
          <p:cNvSpPr>
            <a:spLocks noGrp="1"/>
          </p:cNvSpPr>
          <p:nvPr>
            <p:ph/>
          </p:nvPr>
        </p:nvSpPr>
        <p:spPr>
          <a:xfrm>
            <a:off x="5152320" y="1326600"/>
            <a:ext cx="4425120" cy="3286440"/>
          </a:xfrm>
          <a:prstGeom prst="rect">
            <a:avLst/>
          </a:prstGeom>
          <a:noFill/>
          <a:ln w="0">
            <a:noFill/>
          </a:ln>
        </p:spPr>
        <p:txBody>
          <a:bodyPr lIns="0" rIns="0" tIns="0" bIns="0" anchor="t">
            <a:normAutofit fontScale="46000"/>
          </a:bodyPr>
          <a:p>
            <a:pPr marL="198720" indent="0" algn="just">
              <a:lnSpc>
                <a:spcPct val="100000"/>
              </a:lnSpc>
              <a:spcBef>
                <a:spcPts val="1417"/>
              </a:spcBef>
              <a:buNone/>
              <a:tabLst>
                <a:tab algn="l" pos="0"/>
              </a:tabLst>
            </a:pPr>
            <a:r>
              <a:rPr b="0" lang="en-IN" sz="2000" spc="-1" strike="noStrike">
                <a:solidFill>
                  <a:srgbClr val="000000"/>
                </a:solidFill>
                <a:latin typeface="Arial"/>
              </a:rPr>
              <a:t>For example, consider the following document</a:t>
            </a:r>
            <a:endParaRPr b="0" lang="en-IN" sz="2000" spc="-1" strike="noStrike">
              <a:solidFill>
                <a:srgbClr val="000000"/>
              </a:solidFill>
              <a:latin typeface="Arial"/>
            </a:endParaRPr>
          </a:p>
          <a:p>
            <a:pPr marL="198720" indent="0" algn="just">
              <a:lnSpc>
                <a:spcPct val="100000"/>
              </a:lnSpc>
              <a:spcBef>
                <a:spcPts val="1417"/>
              </a:spcBef>
              <a:buNone/>
              <a:tabLst>
                <a:tab algn="l" pos="0"/>
              </a:tabLst>
            </a:pPr>
            <a:r>
              <a:rPr b="0" lang="en-IN" sz="2000" spc="-1" strike="noStrike">
                <a:solidFill>
                  <a:srgbClr val="000000"/>
                </a:solidFill>
                <a:latin typeface="Arial"/>
              </a:rPr>
              <a:t>{</a:t>
            </a:r>
            <a:endParaRPr b="0" lang="en-IN" sz="2000" spc="-1" strike="noStrike">
              <a:solidFill>
                <a:srgbClr val="000000"/>
              </a:solidFill>
              <a:latin typeface="Arial"/>
            </a:endParaRPr>
          </a:p>
          <a:p>
            <a:pPr marL="198720" indent="-14904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"_id": "5fc89ecd1e602ff6c856e811",</a:t>
            </a:r>
            <a:endParaRPr b="0" lang="en-IN" sz="2000" spc="-1" strike="noStrike">
              <a:solidFill>
                <a:srgbClr val="000000"/>
              </a:solidFill>
              <a:latin typeface="Arial"/>
            </a:endParaRPr>
          </a:p>
          <a:p>
            <a:pPr marL="198720" indent="-14904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"name": "Twinkle Truffles",</a:t>
            </a:r>
            <a:endParaRPr b="0" lang="en-IN" sz="2000" spc="-1" strike="noStrike">
              <a:solidFill>
                <a:srgbClr val="000000"/>
              </a:solidFill>
              <a:latin typeface="Arial"/>
            </a:endParaRPr>
          </a:p>
          <a:p>
            <a:pPr marL="198720" indent="-14904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"flavor": "Milk Chocolate",</a:t>
            </a:r>
            <a:endParaRPr b="0" lang="en-IN" sz="2000" spc="-1" strike="noStrike">
              <a:solidFill>
                <a:srgbClr val="000000"/>
              </a:solidFill>
              <a:latin typeface="Arial"/>
            </a:endParaRPr>
          </a:p>
          <a:p>
            <a:pPr marL="198720" indent="-14904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"brand": "Cadbunny's",</a:t>
            </a:r>
            <a:endParaRPr b="0" lang="en-IN" sz="2000" spc="-1" strike="noStrike">
              <a:solidFill>
                <a:srgbClr val="000000"/>
              </a:solidFill>
              <a:latin typeface="Arial"/>
            </a:endParaRPr>
          </a:p>
          <a:p>
            <a:pPr marL="198720" indent="-14904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"price": 2.99,</a:t>
            </a:r>
            <a:endParaRPr b="0" lang="en-IN" sz="2000" spc="-1" strike="noStrike">
              <a:solidFill>
                <a:srgbClr val="000000"/>
              </a:solidFill>
              <a:latin typeface="Arial"/>
            </a:endParaRPr>
          </a:p>
          <a:p>
            <a:pPr marL="198720" indent="-14904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"inStock": true,</a:t>
            </a:r>
            <a:endParaRPr b="0" lang="en-IN" sz="2000" spc="-1" strike="noStrike">
              <a:solidFill>
                <a:srgbClr val="000000"/>
              </a:solidFill>
              <a:latin typeface="Arial"/>
            </a:endParaRPr>
          </a:p>
          <a:p>
            <a:pPr marL="198720" indent="-14904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"nutritionalInfo": {</a:t>
            </a:r>
            <a:endParaRPr b="0" lang="en-IN" sz="2000" spc="-1" strike="noStrike">
              <a:solidFill>
                <a:srgbClr val="000000"/>
              </a:solidFill>
              <a:latin typeface="Arial"/>
            </a:endParaRPr>
          </a:p>
          <a:p>
            <a:pPr marL="198720" indent="-14904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"calories": 250,</a:t>
            </a:r>
            <a:endParaRPr b="0" lang="en-IN" sz="2000" spc="-1" strike="noStrike">
              <a:solidFill>
                <a:srgbClr val="000000"/>
              </a:solidFill>
              <a:latin typeface="Arial"/>
            </a:endParaRPr>
          </a:p>
          <a:p>
            <a:pPr marL="198720" indent="-14904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"fat": "10g",</a:t>
            </a:r>
            <a:endParaRPr b="0" lang="en-IN" sz="2000" spc="-1" strike="noStrike">
              <a:solidFill>
                <a:srgbClr val="000000"/>
              </a:solidFill>
              <a:latin typeface="Arial"/>
            </a:endParaRPr>
          </a:p>
          <a:p>
            <a:pPr marL="198720" indent="-14904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"sugar": "25g",</a:t>
            </a:r>
            <a:endParaRPr b="0" lang="en-IN" sz="2000" spc="-1" strike="noStrike">
              <a:solidFill>
                <a:srgbClr val="000000"/>
              </a:solidFill>
              <a:latin typeface="Arial"/>
            </a:endParaRPr>
          </a:p>
          <a:p>
            <a:pPr marL="198720" indent="-14904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"protein": "5g"</a:t>
            </a:r>
            <a:endParaRPr b="0" lang="en-IN" sz="2000" spc="-1" strike="noStrike">
              <a:solidFill>
                <a:srgbClr val="000000"/>
              </a:solidFill>
              <a:latin typeface="Arial"/>
            </a:endParaRPr>
          </a:p>
          <a:p>
            <a:pPr marL="198720" indent="-14904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  </a:t>
            </a:r>
            <a:r>
              <a:rPr b="0" lang="en-IN" sz="2000" spc="-1" strike="noStrike">
                <a:solidFill>
                  <a:srgbClr val="000000"/>
                </a:solidFill>
                <a:latin typeface="Arial"/>
              </a:rPr>
              <a:t>}</a:t>
            </a:r>
            <a:endParaRPr b="0" lang="en-IN" sz="2000" spc="-1" strike="noStrike">
              <a:solidFill>
                <a:srgbClr val="000000"/>
              </a:solidFill>
              <a:latin typeface="Arial"/>
            </a:endParaRPr>
          </a:p>
          <a:p>
            <a:pPr marL="198720" indent="-149040" algn="just">
              <a:lnSpc>
                <a:spcPct val="100000"/>
              </a:lnSpc>
              <a:spcBef>
                <a:spcPts val="1417"/>
              </a:spcBef>
              <a:buClr>
                <a:srgbClr val="000000"/>
              </a:buClr>
              <a:buSzPct val="45000"/>
              <a:buFont typeface="Wingdings" charset="2"/>
              <a:buChar char=""/>
              <a:tabLst>
                <a:tab algn="l" pos="0"/>
              </a:tabLst>
            </a:pPr>
            <a:r>
              <a:rPr b="0" lang="en-IN" sz="2000" spc="-1" strike="noStrike">
                <a:solidFill>
                  <a:srgbClr val="000000"/>
                </a:solidFill>
                <a:latin typeface="Arial"/>
              </a:rPr>
              <a:t>}</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473"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Inner objects enhance read performance by reducing database queries and ensuring atomic updates within a single document.</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They are optimal for closely related data that is frequently accessed together, remains relatively static, and adheres to the 16MB MongoDB document size limit.</a:t>
            </a:r>
            <a:r>
              <a:rPr b="0" lang="en-IN" sz="3200" spc="-1" strike="noStrike">
                <a:solidFill>
                  <a:srgbClr val="000000"/>
                </a:solidFill>
                <a:latin typeface="Arial"/>
              </a:rPr>
              <a:t> </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Reference Documents</a:t>
            </a:r>
            <a:endParaRPr b="0" lang="en-IN" sz="4400" spc="-1" strike="noStrike">
              <a:solidFill>
                <a:srgbClr val="000000"/>
              </a:solidFill>
              <a:latin typeface="Arial"/>
            </a:endParaRPr>
          </a:p>
        </p:txBody>
      </p:sp>
      <p:sp>
        <p:nvSpPr>
          <p:cNvPr id="475" name="PlaceHolder 2"/>
          <p:cNvSpPr>
            <a:spLocks noGrp="1"/>
          </p:cNvSpPr>
          <p:nvPr>
            <p:ph/>
          </p:nvPr>
        </p:nvSpPr>
        <p:spPr>
          <a:xfrm>
            <a:off x="504000" y="1326600"/>
            <a:ext cx="9069840" cy="3286440"/>
          </a:xfrm>
          <a:prstGeom prst="rect">
            <a:avLst/>
          </a:prstGeom>
          <a:noFill/>
          <a:ln w="0">
            <a:noFill/>
          </a:ln>
        </p:spPr>
        <p:txBody>
          <a:bodyPr lIns="0" rIns="0" tIns="0" bIns="0" anchor="t">
            <a:normAutofit fontScale="72000"/>
          </a:bodyPr>
          <a:p>
            <a:pPr marL="311040" indent="0" algn="just">
              <a:lnSpc>
                <a:spcPct val="100000"/>
              </a:lnSpc>
              <a:spcBef>
                <a:spcPts val="1417"/>
              </a:spcBef>
              <a:buNone/>
              <a:tabLst>
                <a:tab algn="l" pos="0"/>
              </a:tabLst>
            </a:pPr>
            <a:r>
              <a:rPr b="0" lang="en-IN" sz="3200" spc="-1" strike="noStrike">
                <a:solidFill>
                  <a:srgbClr val="000000"/>
                </a:solidFill>
                <a:latin typeface="Arial"/>
              </a:rPr>
              <a:t>References in MongoDB are used to link documents across different collections. This is a commonly used technique to represent one-to-one, one-to-many, or many-to-many relationships.</a:t>
            </a:r>
            <a:endParaRPr b="0" lang="en-IN" sz="3200" spc="-1" strike="noStrike">
              <a:solidFill>
                <a:srgbClr val="000000"/>
              </a:solidFill>
              <a:latin typeface="Arial"/>
            </a:endParaRPr>
          </a:p>
          <a:p>
            <a:pPr marL="311040" indent="0" algn="just">
              <a:lnSpc>
                <a:spcPct val="100000"/>
              </a:lnSpc>
              <a:spcBef>
                <a:spcPts val="1417"/>
              </a:spcBef>
              <a:buNone/>
              <a:tabLst>
                <a:tab algn="l" pos="0"/>
              </a:tabLst>
            </a:pPr>
            <a:r>
              <a:rPr b="0" lang="en-IN" sz="3200" spc="-1" strike="noStrike">
                <a:solidFill>
                  <a:srgbClr val="000000"/>
                </a:solidFill>
                <a:latin typeface="Arial"/>
              </a:rPr>
              <a:t> </a:t>
            </a:r>
            <a:endParaRPr b="0" lang="en-IN" sz="3200" spc="-1" strike="noStrike">
              <a:solidFill>
                <a:srgbClr val="000000"/>
              </a:solidFill>
              <a:latin typeface="Arial"/>
            </a:endParaRPr>
          </a:p>
          <a:p>
            <a:pPr marL="311040" indent="0" algn="just">
              <a:lnSpc>
                <a:spcPct val="100000"/>
              </a:lnSpc>
              <a:spcBef>
                <a:spcPts val="1417"/>
              </a:spcBef>
              <a:buNone/>
              <a:tabLst>
                <a:tab algn="l" pos="0"/>
              </a:tabLst>
            </a:pPr>
            <a:r>
              <a:rPr b="0" lang="en-IN" sz="3200" spc="-1" strike="noStrike">
                <a:solidFill>
                  <a:srgbClr val="000000"/>
                </a:solidFill>
                <a:latin typeface="Arial"/>
              </a:rPr>
              <a:t>To do this, instead of embedding all data within a single document, we can reference data from other collections. For example, consider the following three documents from three different collections:</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pic>
        <p:nvPicPr>
          <p:cNvPr id="477" name="" descr=""/>
          <p:cNvPicPr/>
          <p:nvPr/>
        </p:nvPicPr>
        <p:blipFill>
          <a:blip r:embed="rId1"/>
          <a:stretch/>
        </p:blipFill>
        <p:spPr>
          <a:xfrm>
            <a:off x="504000" y="1763640"/>
            <a:ext cx="9069840" cy="2411640"/>
          </a:xfrm>
          <a:prstGeom prst="rect">
            <a:avLst/>
          </a:prstGeom>
          <a:ln w="0">
            <a:noFill/>
          </a:ln>
        </p:spPr>
      </p:pic>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Mongodb Architecture</a:t>
            </a:r>
            <a:endParaRPr b="0" lang="en-IN" sz="4400" spc="-1" strike="noStrike">
              <a:solidFill>
                <a:srgbClr val="000000"/>
              </a:solidFill>
              <a:latin typeface="Arial"/>
            </a:endParaRPr>
          </a:p>
        </p:txBody>
      </p:sp>
      <p:sp>
        <p:nvSpPr>
          <p:cNvPr id="479" name="PlaceHolder 2"/>
          <p:cNvSpPr>
            <a:spLocks noGrp="1"/>
          </p:cNvSpPr>
          <p:nvPr>
            <p:ph/>
          </p:nvPr>
        </p:nvSpPr>
        <p:spPr>
          <a:xfrm>
            <a:off x="504000" y="1326600"/>
            <a:ext cx="4425480" cy="3286440"/>
          </a:xfrm>
          <a:prstGeom prst="rect">
            <a:avLst/>
          </a:prstGeom>
          <a:noFill/>
          <a:ln w="0">
            <a:noFill/>
          </a:ln>
        </p:spPr>
        <p:txBody>
          <a:bodyPr lIns="0" rIns="0" tIns="0" bIns="0" anchor="t">
            <a:normAutofit/>
          </a:bodyPr>
          <a:p>
            <a:pPr indent="0">
              <a:lnSpc>
                <a:spcPct val="100000"/>
              </a:lnSpc>
              <a:buNone/>
              <a:tabLst>
                <a:tab algn="l" pos="0"/>
              </a:tabLst>
            </a:pPr>
            <a:endParaRPr b="0" lang="en-IN" sz="1800" spc="-1" strike="noStrike">
              <a:solidFill>
                <a:srgbClr val="000000"/>
              </a:solidFill>
              <a:latin typeface="Arial"/>
            </a:endParaRPr>
          </a:p>
          <a:p>
            <a:pPr indent="0">
              <a:lnSpc>
                <a:spcPct val="100000"/>
              </a:lnSpc>
              <a:buNone/>
              <a:tabLst>
                <a:tab algn="l" pos="0"/>
              </a:tabLst>
            </a:pPr>
            <a:endParaRPr b="0" lang="en-IN" sz="1800" spc="-1" strike="noStrike">
              <a:solidFill>
                <a:srgbClr val="000000"/>
              </a:solidFill>
              <a:latin typeface="Arial"/>
            </a:endParaRPr>
          </a:p>
          <a:p>
            <a:pPr indent="0" algn="just">
              <a:lnSpc>
                <a:spcPct val="100000"/>
              </a:lnSpc>
              <a:buNone/>
              <a:tabLst>
                <a:tab algn="l" pos="0"/>
              </a:tabLst>
            </a:pPr>
            <a:r>
              <a:rPr b="0" lang="en-IN" sz="1800" spc="-1" strike="noStrike">
                <a:solidFill>
                  <a:srgbClr val="000000"/>
                </a:solidFill>
                <a:latin typeface="Arial"/>
              </a:rPr>
              <a:t>MongoDB’s architecture is built to handle the needs of modern applications by providing flexibility, scalability, and performance.</a:t>
            </a:r>
            <a:endParaRPr b="0" lang="en-IN" sz="1800" spc="-1" strike="noStrike">
              <a:solidFill>
                <a:srgbClr val="000000"/>
              </a:solidFill>
              <a:latin typeface="Arial"/>
            </a:endParaRPr>
          </a:p>
          <a:p>
            <a:pPr indent="0" algn="just">
              <a:lnSpc>
                <a:spcPct val="100000"/>
              </a:lnSpc>
              <a:buNone/>
              <a:tabLst>
                <a:tab algn="l" pos="0"/>
              </a:tabLst>
            </a:pPr>
            <a:r>
              <a:rPr b="0" lang="en-IN" sz="1800" spc="-1" strike="noStrike">
                <a:solidFill>
                  <a:srgbClr val="000000"/>
                </a:solidFill>
                <a:latin typeface="Arial"/>
              </a:rPr>
              <a:t>From interacting with applications through drivers to processing queries and storing data, every component is designed to ensure efficient data management.</a:t>
            </a:r>
            <a:endParaRPr b="0" lang="en-IN" sz="1800" spc="-1" strike="noStrike">
              <a:solidFill>
                <a:srgbClr val="000000"/>
              </a:solidFill>
              <a:latin typeface="Arial"/>
            </a:endParaRPr>
          </a:p>
        </p:txBody>
      </p:sp>
      <p:pic>
        <p:nvPicPr>
          <p:cNvPr id="480" name="" descr=""/>
          <p:cNvPicPr/>
          <p:nvPr/>
        </p:nvPicPr>
        <p:blipFill>
          <a:blip r:embed="rId1"/>
          <a:stretch/>
        </p:blipFill>
        <p:spPr>
          <a:xfrm>
            <a:off x="5152320" y="1725840"/>
            <a:ext cx="4425480" cy="2487600"/>
          </a:xfrm>
          <a:prstGeom prst="rect">
            <a:avLst/>
          </a:prstGeom>
          <a:ln w="0">
            <a:noFill/>
          </a:ln>
        </p:spPr>
      </p:pic>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Applications</a:t>
            </a:r>
            <a:endParaRPr b="0" lang="en-IN" sz="4400" spc="-1" strike="noStrike">
              <a:solidFill>
                <a:srgbClr val="000000"/>
              </a:solidFill>
              <a:latin typeface="Arial"/>
            </a:endParaRPr>
          </a:p>
        </p:txBody>
      </p:sp>
      <p:sp>
        <p:nvSpPr>
          <p:cNvPr id="482" name="PlaceHolder 2"/>
          <p:cNvSpPr>
            <a:spLocks noGrp="1"/>
          </p:cNvSpPr>
          <p:nvPr>
            <p:ph/>
          </p:nvPr>
        </p:nvSpPr>
        <p:spPr>
          <a:xfrm>
            <a:off x="504000" y="1326600"/>
            <a:ext cx="4425480" cy="3286440"/>
          </a:xfrm>
          <a:prstGeom prst="rect">
            <a:avLst/>
          </a:prstGeom>
          <a:noFill/>
          <a:ln w="0">
            <a:noFill/>
          </a:ln>
        </p:spPr>
        <p:txBody>
          <a:bodyPr lIns="0" rIns="0" tIns="0" bIns="0" anchor="t">
            <a:normAutofit fontScale="98000"/>
          </a:bodyPr>
          <a:p>
            <a:pPr marL="423360" indent="0" algn="just">
              <a:lnSpc>
                <a:spcPct val="100000"/>
              </a:lnSpc>
              <a:spcBef>
                <a:spcPts val="1417"/>
              </a:spcBef>
              <a:buNone/>
              <a:tabLst>
                <a:tab algn="l" pos="0"/>
              </a:tabLst>
            </a:pPr>
            <a:r>
              <a:rPr b="0" lang="en-IN" sz="2000" spc="-1" strike="noStrike">
                <a:solidFill>
                  <a:srgbClr val="000000"/>
                </a:solidFill>
                <a:latin typeface="Arial"/>
              </a:rPr>
              <a:t>Applications interacting with MongoDB can be built in various languages like Python, .NET, and Java. </a:t>
            </a:r>
            <a:endParaRPr b="0" lang="en-IN" sz="2000" spc="-1" strike="noStrike">
              <a:solidFill>
                <a:srgbClr val="000000"/>
              </a:solidFill>
              <a:latin typeface="Arial"/>
            </a:endParaRPr>
          </a:p>
          <a:p>
            <a:pPr marL="423360" indent="0" algn="just">
              <a:lnSpc>
                <a:spcPct val="100000"/>
              </a:lnSpc>
              <a:spcBef>
                <a:spcPts val="1417"/>
              </a:spcBef>
              <a:buNone/>
              <a:tabLst>
                <a:tab algn="l" pos="0"/>
              </a:tabLst>
            </a:pPr>
            <a:r>
              <a:rPr b="0" lang="en-IN" sz="2000" spc="-1" strike="noStrike">
                <a:solidFill>
                  <a:srgbClr val="000000"/>
                </a:solidFill>
                <a:latin typeface="Arial"/>
              </a:rPr>
              <a:t>These applications typically access data stored on a MongoDB server. </a:t>
            </a:r>
            <a:endParaRPr b="0" lang="en-IN" sz="2000" spc="-1" strike="noStrike">
              <a:solidFill>
                <a:srgbClr val="000000"/>
              </a:solidFill>
              <a:latin typeface="Arial"/>
            </a:endParaRPr>
          </a:p>
          <a:p>
            <a:pPr marL="423360" indent="0" algn="just">
              <a:lnSpc>
                <a:spcPct val="100000"/>
              </a:lnSpc>
              <a:spcBef>
                <a:spcPts val="1417"/>
              </a:spcBef>
              <a:buNone/>
              <a:tabLst>
                <a:tab algn="l" pos="0"/>
              </a:tabLst>
            </a:pPr>
            <a:r>
              <a:rPr b="0" lang="en-IN" sz="2000" spc="-1" strike="noStrike">
                <a:solidFill>
                  <a:srgbClr val="000000"/>
                </a:solidFill>
                <a:latin typeface="Arial"/>
              </a:rPr>
              <a:t>They interact with MongoDB through drivers, which communicate directly with the MongoDB server</a:t>
            </a:r>
            <a:endParaRPr b="0" lang="en-IN" sz="2000" spc="-1" strike="noStrike">
              <a:solidFill>
                <a:srgbClr val="000000"/>
              </a:solidFill>
              <a:latin typeface="Arial"/>
            </a:endParaRPr>
          </a:p>
        </p:txBody>
      </p:sp>
      <p:sp>
        <p:nvSpPr>
          <p:cNvPr id="483" name="PlaceHolder 3"/>
          <p:cNvSpPr>
            <a:spLocks noGrp="1"/>
          </p:cNvSpPr>
          <p:nvPr>
            <p:ph/>
          </p:nvPr>
        </p:nvSpPr>
        <p:spPr>
          <a:xfrm>
            <a:off x="5152320" y="1326600"/>
            <a:ext cx="442548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MongoDB drivers serve as the interface between your application and the MongoDB database. </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They act as a bridge, translating application-level operations into MongoDB commands, allowing developers to interact with the database in a seamless way</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MongoDB Query Engine</a:t>
            </a:r>
            <a:endParaRPr b="0" lang="en-IN" sz="4400" spc="-1" strike="noStrike">
              <a:solidFill>
                <a:srgbClr val="000000"/>
              </a:solidFill>
              <a:latin typeface="Arial"/>
            </a:endParaRPr>
          </a:p>
        </p:txBody>
      </p:sp>
      <p:sp>
        <p:nvSpPr>
          <p:cNvPr id="485" name="PlaceHolder 2"/>
          <p:cNvSpPr>
            <a:spLocks noGrp="1"/>
          </p:cNvSpPr>
          <p:nvPr>
            <p:ph/>
          </p:nvPr>
        </p:nvSpPr>
        <p:spPr>
          <a:xfrm>
            <a:off x="504000" y="1326600"/>
            <a:ext cx="442548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The query engine follows a multi step process whenever execute  a query.</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1" lang="en-IN" sz="2000" spc="-1" strike="noStrike">
                <a:solidFill>
                  <a:srgbClr val="000000"/>
                </a:solidFill>
                <a:latin typeface="Arial"/>
              </a:rPr>
              <a:t>Example:</a:t>
            </a:r>
            <a:r>
              <a:rPr b="0" lang="en-IN" sz="2000" spc="-1" strike="noStrike">
                <a:solidFill>
                  <a:srgbClr val="000000"/>
                </a:solidFill>
                <a:latin typeface="Arial"/>
              </a:rPr>
              <a:t> Consider a query that requests all users over the age of 30. The query engine parses the query, identifies indexes on the age field, selects the best query plan, and retrieves the relevant documents from the database.</a:t>
            </a:r>
            <a:endParaRPr b="0" lang="en-IN" sz="2000" spc="-1" strike="noStrike">
              <a:solidFill>
                <a:srgbClr val="000000"/>
              </a:solidFill>
              <a:latin typeface="Arial"/>
            </a:endParaRPr>
          </a:p>
        </p:txBody>
      </p:sp>
      <p:sp>
        <p:nvSpPr>
          <p:cNvPr id="486" name="PlaceHolder 3"/>
          <p:cNvSpPr>
            <a:spLocks noGrp="1"/>
          </p:cNvSpPr>
          <p:nvPr>
            <p:ph/>
          </p:nvPr>
        </p:nvSpPr>
        <p:spPr>
          <a:xfrm>
            <a:off x="5152320" y="1326600"/>
            <a:ext cx="4425480" cy="32864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1" lang="en-IN" sz="2000" spc="-1" strike="noStrike">
                <a:solidFill>
                  <a:srgbClr val="000000"/>
                </a:solidFill>
                <a:latin typeface="Arial"/>
              </a:rPr>
              <a:t>1. Query Parsing</a:t>
            </a:r>
            <a:endParaRPr b="0" lang="en-IN" sz="2000" spc="-1" strike="noStrike">
              <a:solidFill>
                <a:srgbClr val="000000"/>
              </a:solidFill>
              <a:latin typeface="Arial"/>
            </a:endParaRPr>
          </a:p>
          <a:p>
            <a:pPr marL="432000" indent="0">
              <a:lnSpc>
                <a:spcPct val="100000"/>
              </a:lnSpc>
              <a:spcBef>
                <a:spcPts val="1417"/>
              </a:spcBef>
              <a:buNone/>
              <a:tabLst>
                <a:tab algn="l" pos="0"/>
              </a:tabLst>
            </a:pPr>
            <a:r>
              <a:rPr b="1" lang="en-IN" sz="2000" spc="-1" strike="noStrike">
                <a:solidFill>
                  <a:srgbClr val="000000"/>
                </a:solidFill>
                <a:latin typeface="Arial"/>
              </a:rPr>
              <a:t>2. Query Planning</a:t>
            </a:r>
            <a:endParaRPr b="0" lang="en-IN" sz="20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IN" sz="2000" spc="-1" strike="noStrike">
                <a:solidFill>
                  <a:srgbClr val="000000"/>
                </a:solidFill>
                <a:latin typeface="Arial"/>
              </a:rPr>
              <a:t>3. Query Execution</a:t>
            </a:r>
            <a:endParaRPr b="0" lang="en-IN" sz="20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IN" sz="2000" spc="-1" strike="noStrike">
                <a:solidFill>
                  <a:srgbClr val="000000"/>
                </a:solidFill>
                <a:latin typeface="Arial"/>
              </a:rPr>
              <a:t>4, Result Optimization: </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488" name="PlaceHolder 2"/>
          <p:cNvSpPr>
            <a:spLocks noGrp="1"/>
          </p:cNvSpPr>
          <p:nvPr>
            <p:ph/>
          </p:nvPr>
        </p:nvSpPr>
        <p:spPr>
          <a:xfrm>
            <a:off x="504000" y="1326600"/>
            <a:ext cx="4425480" cy="3286440"/>
          </a:xfrm>
          <a:prstGeom prst="rect">
            <a:avLst/>
          </a:prstGeom>
          <a:noFill/>
          <a:ln w="0">
            <a:noFill/>
          </a:ln>
        </p:spPr>
        <p:txBody>
          <a:bodyPr lIns="0" rIns="0" tIns="0" bIns="0" anchor="t">
            <a:normAutofit fontScale="88000"/>
          </a:bodyPr>
          <a:p>
            <a:pPr marL="380160" indent="0">
              <a:lnSpc>
                <a:spcPct val="100000"/>
              </a:lnSpc>
              <a:spcBef>
                <a:spcPts val="1417"/>
              </a:spcBef>
              <a:buNone/>
              <a:tabLst>
                <a:tab algn="l" pos="0"/>
              </a:tabLst>
            </a:pPr>
            <a:r>
              <a:rPr b="1" lang="en-IN" sz="2000" spc="-1" strike="noStrike">
                <a:solidFill>
                  <a:srgbClr val="000000"/>
                </a:solidFill>
                <a:latin typeface="Arial"/>
              </a:rPr>
              <a:t>Query parsing</a:t>
            </a:r>
            <a:endParaRPr b="0" lang="en-IN" sz="2000" spc="-1" strike="noStrike">
              <a:solidFill>
                <a:srgbClr val="000000"/>
              </a:solidFill>
              <a:latin typeface="Arial"/>
            </a:endParaRPr>
          </a:p>
          <a:p>
            <a:pPr marL="380160" indent="0" algn="just">
              <a:lnSpc>
                <a:spcPct val="100000"/>
              </a:lnSpc>
              <a:spcBef>
                <a:spcPts val="1417"/>
              </a:spcBef>
              <a:buNone/>
              <a:tabLst>
                <a:tab algn="l" pos="0"/>
              </a:tabLst>
            </a:pPr>
            <a:r>
              <a:rPr b="0" lang="en-IN" sz="2000" spc="-1" strike="noStrike">
                <a:solidFill>
                  <a:srgbClr val="000000"/>
                </a:solidFill>
                <a:latin typeface="Arial"/>
              </a:rPr>
              <a:t>When a query is received, it is parsed to check its syntax and is converted into an internal format that MongoDB understands.</a:t>
            </a:r>
            <a:endParaRPr b="0" lang="en-IN" sz="2000" spc="-1" strike="noStrike">
              <a:solidFill>
                <a:srgbClr val="000000"/>
              </a:solidFill>
              <a:latin typeface="Arial"/>
            </a:endParaRPr>
          </a:p>
          <a:p>
            <a:pPr marL="380160" indent="0" algn="just">
              <a:lnSpc>
                <a:spcPct val="100000"/>
              </a:lnSpc>
              <a:spcBef>
                <a:spcPts val="1417"/>
              </a:spcBef>
              <a:buNone/>
              <a:tabLst>
                <a:tab algn="l" pos="0"/>
              </a:tabLst>
            </a:pPr>
            <a:r>
              <a:rPr b="1" lang="en-IN" sz="2000" spc="-1" strike="noStrike">
                <a:solidFill>
                  <a:srgbClr val="000000"/>
                </a:solidFill>
                <a:latin typeface="Arial"/>
              </a:rPr>
              <a:t>Query Planning:</a:t>
            </a:r>
            <a:endParaRPr b="0" lang="en-IN" sz="2000" spc="-1" strike="noStrike">
              <a:solidFill>
                <a:srgbClr val="000000"/>
              </a:solidFill>
              <a:latin typeface="Arial"/>
            </a:endParaRPr>
          </a:p>
          <a:p>
            <a:pPr marL="380160" indent="0" algn="just">
              <a:lnSpc>
                <a:spcPct val="100000"/>
              </a:lnSpc>
              <a:spcBef>
                <a:spcPts val="1417"/>
              </a:spcBef>
              <a:buNone/>
              <a:tabLst>
                <a:tab algn="l" pos="0"/>
              </a:tabLst>
            </a:pPr>
            <a:r>
              <a:rPr b="0" lang="en-IN" sz="2000" spc="-1" strike="noStrike">
                <a:solidFill>
                  <a:srgbClr val="000000"/>
                </a:solidFill>
                <a:latin typeface="Arial"/>
              </a:rPr>
              <a:t>MongoDB generates multiple query plans based on available indexes, query filters, and sort order. The query planner then selects the most efficient plan.</a:t>
            </a:r>
            <a:endParaRPr b="0" lang="en-IN" sz="2000" spc="-1" strike="noStrike">
              <a:solidFill>
                <a:srgbClr val="000000"/>
              </a:solidFill>
              <a:latin typeface="Arial"/>
            </a:endParaRPr>
          </a:p>
        </p:txBody>
      </p:sp>
      <p:sp>
        <p:nvSpPr>
          <p:cNvPr id="489" name="PlaceHolder 3"/>
          <p:cNvSpPr>
            <a:spLocks noGrp="1"/>
          </p:cNvSpPr>
          <p:nvPr>
            <p:ph/>
          </p:nvPr>
        </p:nvSpPr>
        <p:spPr>
          <a:xfrm>
            <a:off x="5152320" y="1326600"/>
            <a:ext cx="4425480" cy="32864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1" lang="en-IN" sz="2000" spc="-1" strike="noStrike">
                <a:solidFill>
                  <a:srgbClr val="000000"/>
                </a:solidFill>
                <a:latin typeface="Arial"/>
              </a:rPr>
              <a:t>Query Execution:</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The selected plan is executed, retrieving the necessary data.</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1" lang="en-IN" sz="2000" spc="-1" strike="noStrike">
                <a:solidFill>
                  <a:srgbClr val="000000"/>
                </a:solidFill>
                <a:latin typeface="Arial"/>
              </a:rPr>
              <a:t>Result Optimization:</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The engine continuously refines query execution strategies based on performance metrics, ensuring queries run efficiently over time.</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Storage Engine</a:t>
            </a:r>
            <a:endParaRPr b="0" lang="en-IN" sz="4400" spc="-1" strike="noStrike">
              <a:solidFill>
                <a:srgbClr val="000000"/>
              </a:solidFill>
              <a:latin typeface="Arial"/>
            </a:endParaRPr>
          </a:p>
        </p:txBody>
      </p:sp>
      <p:sp>
        <p:nvSpPr>
          <p:cNvPr id="491" name="PlaceHolder 2"/>
          <p:cNvSpPr>
            <a:spLocks noGrp="1"/>
          </p:cNvSpPr>
          <p:nvPr>
            <p:ph/>
          </p:nvPr>
        </p:nvSpPr>
        <p:spPr>
          <a:xfrm>
            <a:off x="504000" y="1326600"/>
            <a:ext cx="442548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MongoDB’s storage engine is responsible for managing how data is stored both in memory and on disk. MongoDB supports several storage engines, including:</a:t>
            </a:r>
            <a:endParaRPr b="0" lang="en-IN" sz="2000" spc="-1" strike="noStrike">
              <a:solidFill>
                <a:srgbClr val="000000"/>
              </a:solidFill>
              <a:latin typeface="Arial"/>
            </a:endParaRPr>
          </a:p>
        </p:txBody>
      </p:sp>
      <p:sp>
        <p:nvSpPr>
          <p:cNvPr id="492" name="PlaceHolder 3"/>
          <p:cNvSpPr>
            <a:spLocks noGrp="1"/>
          </p:cNvSpPr>
          <p:nvPr>
            <p:ph/>
          </p:nvPr>
        </p:nvSpPr>
        <p:spPr>
          <a:xfrm>
            <a:off x="5152320" y="1326600"/>
            <a:ext cx="4425480" cy="32864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1" lang="en-IN" sz="2000" spc="-1" strike="noStrike">
                <a:solidFill>
                  <a:srgbClr val="000000"/>
                </a:solidFill>
                <a:latin typeface="Arial"/>
              </a:rPr>
              <a:t>1. MMAPv1</a:t>
            </a:r>
            <a:endParaRPr b="0" lang="en-IN" sz="2000" spc="-1" strike="noStrike">
              <a:solidFill>
                <a:srgbClr val="000000"/>
              </a:solidFill>
              <a:latin typeface="Arial"/>
            </a:endParaRPr>
          </a:p>
          <a:p>
            <a:pPr marL="432000" indent="0">
              <a:lnSpc>
                <a:spcPct val="100000"/>
              </a:lnSpc>
              <a:spcBef>
                <a:spcPts val="1417"/>
              </a:spcBef>
              <a:buNone/>
              <a:tabLst>
                <a:tab algn="l" pos="0"/>
              </a:tabLst>
            </a:pPr>
            <a:r>
              <a:rPr b="1" lang="en-IN" sz="2000" spc="-1" strike="noStrike">
                <a:solidFill>
                  <a:srgbClr val="000000"/>
                </a:solidFill>
                <a:latin typeface="Arial"/>
              </a:rPr>
              <a:t>2. Wired Tiger</a:t>
            </a:r>
            <a:endParaRPr b="0" lang="en-IN" sz="2000" spc="-1" strike="noStrike">
              <a:solidFill>
                <a:srgbClr val="000000"/>
              </a:solidFill>
              <a:latin typeface="Arial"/>
            </a:endParaRPr>
          </a:p>
          <a:p>
            <a:pPr marL="432000" indent="0">
              <a:lnSpc>
                <a:spcPct val="100000"/>
              </a:lnSpc>
              <a:spcBef>
                <a:spcPts val="1417"/>
              </a:spcBef>
              <a:buNone/>
              <a:tabLst>
                <a:tab algn="l" pos="0"/>
              </a:tabLst>
            </a:pPr>
            <a:r>
              <a:rPr b="1" lang="en-IN" sz="2000" spc="-1" strike="noStrike">
                <a:solidFill>
                  <a:srgbClr val="000000"/>
                </a:solidFill>
                <a:latin typeface="Arial"/>
              </a:rPr>
              <a:t>3. In Memory</a:t>
            </a:r>
            <a:endParaRPr b="0" lang="en-IN" sz="2000" spc="-1" strike="noStrike">
              <a:solidFill>
                <a:srgbClr val="000000"/>
              </a:solidFill>
              <a:latin typeface="Arial"/>
            </a:endParaRPr>
          </a:p>
          <a:p>
            <a:pPr marL="432000" indent="0">
              <a:lnSpc>
                <a:spcPct val="100000"/>
              </a:lnSpc>
              <a:spcBef>
                <a:spcPts val="1417"/>
              </a:spcBef>
              <a:buNone/>
              <a:tabLst>
                <a:tab algn="l" pos="0"/>
              </a:tabLst>
            </a:pP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494" name="PlaceHolder 2"/>
          <p:cNvSpPr>
            <a:spLocks noGrp="1"/>
          </p:cNvSpPr>
          <p:nvPr>
            <p:ph/>
          </p:nvPr>
        </p:nvSpPr>
        <p:spPr>
          <a:xfrm>
            <a:off x="504000" y="1326600"/>
            <a:ext cx="442548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1" lang="en-IN" sz="2400" spc="-1" strike="noStrike">
                <a:solidFill>
                  <a:srgbClr val="000000"/>
                </a:solidFill>
                <a:latin typeface="Arial"/>
              </a:rPr>
              <a:t>Wired Tiger:</a:t>
            </a:r>
            <a:r>
              <a:rPr b="0" lang="en-IN" sz="2400" spc="-1" strike="noStrike">
                <a:solidFill>
                  <a:srgbClr val="000000"/>
                </a:solidFill>
                <a:latin typeface="Arial"/>
              </a:rPr>
              <a:t> The default storage engine, designed for high-concurrency workloads.</a:t>
            </a:r>
            <a:endParaRPr b="0" lang="en-IN" sz="2400" spc="-1" strike="noStrike">
              <a:solidFill>
                <a:srgbClr val="000000"/>
              </a:solidFill>
              <a:latin typeface="Arial"/>
            </a:endParaRPr>
          </a:p>
        </p:txBody>
      </p:sp>
      <p:sp>
        <p:nvSpPr>
          <p:cNvPr id="495" name="PlaceHolder 3"/>
          <p:cNvSpPr>
            <a:spLocks noGrp="1"/>
          </p:cNvSpPr>
          <p:nvPr>
            <p:ph/>
          </p:nvPr>
        </p:nvSpPr>
        <p:spPr>
          <a:xfrm>
            <a:off x="5152320" y="1326600"/>
            <a:ext cx="4425480" cy="156672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1" lang="en-IN" sz="2400" spc="-1" strike="noStrike">
                <a:solidFill>
                  <a:srgbClr val="000000"/>
                </a:solidFill>
                <a:latin typeface="Arial"/>
              </a:rPr>
              <a:t>MMAPv1:</a:t>
            </a:r>
            <a:r>
              <a:rPr b="0" lang="en-IN" sz="2400" spc="-1" strike="noStrike">
                <a:solidFill>
                  <a:srgbClr val="000000"/>
                </a:solidFill>
                <a:latin typeface="Arial"/>
              </a:rPr>
              <a:t> The original storage engine, now mostly deprecated.</a:t>
            </a:r>
            <a:endParaRPr b="0" lang="en-IN" sz="2400" spc="-1" strike="noStrike">
              <a:solidFill>
                <a:srgbClr val="000000"/>
              </a:solidFill>
              <a:latin typeface="Arial"/>
            </a:endParaRPr>
          </a:p>
        </p:txBody>
      </p:sp>
      <p:sp>
        <p:nvSpPr>
          <p:cNvPr id="496" name="PlaceHolder 4"/>
          <p:cNvSpPr>
            <a:spLocks noGrp="1"/>
          </p:cNvSpPr>
          <p:nvPr>
            <p:ph/>
          </p:nvPr>
        </p:nvSpPr>
        <p:spPr>
          <a:xfrm>
            <a:off x="5152320" y="3043800"/>
            <a:ext cx="4425480" cy="156672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1" lang="en-IN" sz="2400" spc="-1" strike="noStrike">
                <a:solidFill>
                  <a:srgbClr val="000000"/>
                </a:solidFill>
                <a:latin typeface="Arial"/>
              </a:rPr>
              <a:t>In Memory:</a:t>
            </a:r>
            <a:r>
              <a:rPr b="0" lang="en-IN" sz="2400" spc="-1" strike="noStrike">
                <a:solidFill>
                  <a:srgbClr val="000000"/>
                </a:solidFill>
                <a:latin typeface="Arial"/>
              </a:rPr>
              <a:t> Optimized for in-memory storage when low-latency access is critical.</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title"/>
          </p:nvPr>
        </p:nvSpPr>
        <p:spPr>
          <a:xfrm>
            <a:off x="504000" y="73800"/>
            <a:ext cx="9069840" cy="1249200"/>
          </a:xfrm>
          <a:prstGeom prst="rect">
            <a:avLst/>
          </a:prstGeom>
          <a:noFill/>
          <a:ln w="0">
            <a:noFill/>
          </a:ln>
        </p:spPr>
        <p:txBody>
          <a:bodyPr lIns="0" rIns="0" tIns="0" bIns="0" anchor="ctr">
            <a:noAutofit/>
          </a:bodyPr>
          <a:p>
            <a:pPr indent="0" algn="ctr">
              <a:lnSpc>
                <a:spcPct val="100000"/>
              </a:lnSpc>
              <a:buNone/>
              <a:tabLst>
                <a:tab algn="l" pos="0"/>
              </a:tabLst>
            </a:pPr>
            <a:br>
              <a:rPr sz="4400"/>
            </a:br>
            <a:r>
              <a:rPr b="0" lang="en-IN" sz="4400" spc="-1" strike="noStrike">
                <a:solidFill>
                  <a:srgbClr val="000000"/>
                </a:solidFill>
                <a:latin typeface="Arial"/>
              </a:rPr>
              <a:t>Wired Tiger Storage Engine</a:t>
            </a:r>
            <a:endParaRPr b="0" lang="en-IN" sz="4400" spc="-1" strike="noStrike">
              <a:solidFill>
                <a:srgbClr val="000000"/>
              </a:solidFill>
              <a:latin typeface="Arial"/>
            </a:endParaRPr>
          </a:p>
        </p:txBody>
      </p:sp>
      <p:sp>
        <p:nvSpPr>
          <p:cNvPr id="498"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WiredTiger became the default storage engine in MongoDB starting from version 3.2 due to its ability to handle high-concurrency workloads efficiently.</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It provides features like compression, encryption, and document-level concurrency control, which improves performance for modern applications.</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Reasons for default engine</a:t>
            </a:r>
            <a:endParaRPr b="0" lang="en-IN" sz="4400" spc="-1" strike="noStrike">
              <a:solidFill>
                <a:srgbClr val="000000"/>
              </a:solidFill>
              <a:latin typeface="Arial"/>
            </a:endParaRPr>
          </a:p>
        </p:txBody>
      </p:sp>
      <p:sp>
        <p:nvSpPr>
          <p:cNvPr id="500"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WiredTiger became the default storage engine for MongoDB due to several advantages it holds over MMAPv1, the original storage engine. </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WiredTiger storage engine offers document-level concurrency control, whereas MMAPv1 has collection-level locking.</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endParaRPr b="0" lang="en-IN" sz="2000" spc="-1" strike="noStrike">
              <a:solidFill>
                <a:srgbClr val="000000"/>
              </a:solidFill>
              <a:latin typeface="Arial"/>
            </a:endParaRPr>
          </a:p>
          <a:p>
            <a:pPr marL="432000" indent="0" algn="just">
              <a:lnSpc>
                <a:spcPct val="100000"/>
              </a:lnSpc>
              <a:spcBef>
                <a:spcPts val="1417"/>
              </a:spcBef>
              <a:buNone/>
              <a:tabLst>
                <a:tab algn="l" pos="0"/>
              </a:tabLst>
            </a:pPr>
            <a:endParaRPr b="0" lang="en-IN" sz="2000" spc="-1" strike="noStrike">
              <a:solidFill>
                <a:srgbClr val="000000"/>
              </a:solidFill>
              <a:latin typeface="Arial"/>
            </a:endParaRPr>
          </a:p>
          <a:p>
            <a:pPr marL="432000" indent="0" algn="just">
              <a:lnSpc>
                <a:spcPct val="100000"/>
              </a:lnSpc>
              <a:spcBef>
                <a:spcPts val="1417"/>
              </a:spcBef>
              <a:buNone/>
              <a:tabLst>
                <a:tab algn="l" pos="0"/>
              </a:tabLst>
            </a:pP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502" name="PlaceHolder 2"/>
          <p:cNvSpPr>
            <a:spLocks noGrp="1"/>
          </p:cNvSpPr>
          <p:nvPr>
            <p:ph/>
          </p:nvPr>
        </p:nvSpPr>
        <p:spPr>
          <a:xfrm>
            <a:off x="504000" y="1326600"/>
            <a:ext cx="906984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0" lang="en-IN" sz="2000" spc="-1" strike="noStrike">
                <a:solidFill>
                  <a:srgbClr val="000000"/>
                </a:solidFill>
                <a:latin typeface="Arial"/>
              </a:rPr>
              <a:t>It also has a write-ahead log, making it more resistant to crashes. </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WiredTiger uses prefix compression, reducing storage costs for larger datasets. </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Overall, it performs better for random writes and operational databases with low latency and transactional workloads due to its B-tree structure and well-ordered data structure.</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504" name="PlaceHolder 2"/>
          <p:cNvSpPr>
            <a:spLocks noGrp="1"/>
          </p:cNvSpPr>
          <p:nvPr>
            <p:ph/>
          </p:nvPr>
        </p:nvSpPr>
        <p:spPr>
          <a:xfrm>
            <a:off x="504000" y="1326600"/>
            <a:ext cx="9069840" cy="3286440"/>
          </a:xfrm>
          <a:prstGeom prst="rect">
            <a:avLst/>
          </a:prstGeom>
          <a:noFill/>
          <a:ln w="0">
            <a:noFill/>
          </a:ln>
        </p:spPr>
        <p:txBody>
          <a:bodyPr lIns="0" rIns="0" tIns="0" bIns="0" anchor="t">
            <a:normAutofit fontScale="91000"/>
          </a:bodyPr>
          <a:p>
            <a:pPr marL="393120" indent="0" algn="just">
              <a:lnSpc>
                <a:spcPct val="100000"/>
              </a:lnSpc>
              <a:spcBef>
                <a:spcPts val="1417"/>
              </a:spcBef>
              <a:buNone/>
              <a:tabLst>
                <a:tab algn="l" pos="0"/>
              </a:tabLst>
            </a:pPr>
            <a:r>
              <a:rPr b="1" lang="en-IN" sz="2000" spc="-1" strike="noStrike">
                <a:solidFill>
                  <a:srgbClr val="000000"/>
                </a:solidFill>
                <a:latin typeface="Arial"/>
              </a:rPr>
              <a:t>B-Tree  Based Engine (B-Tree)</a:t>
            </a:r>
            <a:endParaRPr b="0" lang="en-IN" sz="2000" spc="-1" strike="noStrike">
              <a:solidFill>
                <a:srgbClr val="000000"/>
              </a:solidFill>
              <a:latin typeface="Arial"/>
            </a:endParaRPr>
          </a:p>
          <a:p>
            <a:pPr marL="393120" indent="0" algn="just">
              <a:lnSpc>
                <a:spcPct val="100000"/>
              </a:lnSpc>
              <a:spcBef>
                <a:spcPts val="1417"/>
              </a:spcBef>
              <a:buNone/>
              <a:tabLst>
                <a:tab algn="l" pos="0"/>
              </a:tabLst>
            </a:pPr>
            <a:r>
              <a:rPr b="0" lang="en-IN" sz="2000" spc="-1" strike="noStrike">
                <a:solidFill>
                  <a:srgbClr val="000000"/>
                </a:solidFill>
                <a:latin typeface="Arial"/>
              </a:rPr>
              <a:t>It is a self-balancing tree data structure that ensures data sorting and enables searches, sequential access, insertions and deletes in a logarithmic manner. It is row-based storage such that each row is considered as being a single record in the database.</a:t>
            </a:r>
            <a:endParaRPr b="0" lang="en-IN" sz="2000" spc="-1" strike="noStrike">
              <a:solidFill>
                <a:srgbClr val="000000"/>
              </a:solidFill>
              <a:latin typeface="Arial"/>
            </a:endParaRPr>
          </a:p>
          <a:p>
            <a:pPr marL="393120" indent="0" algn="just">
              <a:lnSpc>
                <a:spcPct val="100000"/>
              </a:lnSpc>
              <a:spcBef>
                <a:spcPts val="1417"/>
              </a:spcBef>
              <a:buNone/>
              <a:tabLst>
                <a:tab algn="l" pos="0"/>
              </a:tabLst>
            </a:pPr>
            <a:r>
              <a:rPr b="1" lang="en-IN" sz="2000" spc="-1" strike="noStrike">
                <a:solidFill>
                  <a:srgbClr val="000000"/>
                </a:solidFill>
                <a:latin typeface="Arial"/>
              </a:rPr>
              <a:t>Log Structured Merge Tree Based Engine (LSM)</a:t>
            </a:r>
            <a:endParaRPr b="0" lang="en-IN" sz="2000" spc="-1" strike="noStrike">
              <a:solidFill>
                <a:srgbClr val="000000"/>
              </a:solidFill>
              <a:latin typeface="Arial"/>
            </a:endParaRPr>
          </a:p>
          <a:p>
            <a:pPr marL="393120" indent="0" algn="just">
              <a:lnSpc>
                <a:spcPct val="100000"/>
              </a:lnSpc>
              <a:spcBef>
                <a:spcPts val="1417"/>
              </a:spcBef>
              <a:buNone/>
              <a:tabLst>
                <a:tab algn="l" pos="0"/>
              </a:tabLst>
            </a:pPr>
            <a:r>
              <a:rPr b="0" lang="en-IN" sz="2000" spc="-1" strike="noStrike">
                <a:solidFill>
                  <a:srgbClr val="000000"/>
                </a:solidFill>
                <a:latin typeface="Arial"/>
              </a:rPr>
              <a:t>To  overcome the poor write performance of the B-Tree  Based Engine , Introduced Log Structured Merge Engine for handling larger datasets.It improves the performance for indexed access to files with high rate volume over an extended period of time.</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0000"/>
                </a:solidFill>
                <a:latin typeface="Arial"/>
              </a:rPr>
              <a:t>WiredTiger Engine Components</a:t>
            </a:r>
            <a:endParaRPr b="0" lang="en-IN" sz="4400" spc="-1" strike="noStrike">
              <a:solidFill>
                <a:srgbClr val="000000"/>
              </a:solidFill>
              <a:latin typeface="Arial"/>
            </a:endParaRPr>
          </a:p>
        </p:txBody>
      </p:sp>
      <p:sp>
        <p:nvSpPr>
          <p:cNvPr id="506" name="PlaceHolder 2"/>
          <p:cNvSpPr>
            <a:spLocks noGrp="1"/>
          </p:cNvSpPr>
          <p:nvPr>
            <p:ph/>
          </p:nvPr>
        </p:nvSpPr>
        <p:spPr>
          <a:xfrm>
            <a:off x="504000" y="1326600"/>
            <a:ext cx="9069840" cy="3286440"/>
          </a:xfrm>
          <a:prstGeom prst="rect">
            <a:avLst/>
          </a:prstGeom>
          <a:noFill/>
          <a:ln w="0">
            <a:noFill/>
          </a:ln>
        </p:spPr>
        <p:txBody>
          <a:bodyPr lIns="0" rIns="0" tIns="0" bIns="0" anchor="t">
            <a:normAutofit fontScale="90000"/>
          </a:bodyPr>
          <a:p>
            <a:pPr marL="388800" indent="0">
              <a:lnSpc>
                <a:spcPct val="100000"/>
              </a:lnSpc>
              <a:spcBef>
                <a:spcPts val="1417"/>
              </a:spcBef>
              <a:buNone/>
              <a:tabLst>
                <a:tab algn="l" pos="0"/>
              </a:tabLst>
            </a:pPr>
            <a:r>
              <a:rPr b="0" lang="en-IN" sz="2400" spc="-1" strike="noStrike">
                <a:solidFill>
                  <a:srgbClr val="000000"/>
                </a:solidFill>
                <a:latin typeface="Arial"/>
              </a:rPr>
              <a:t>Schema and Cursors</a:t>
            </a:r>
            <a:endParaRPr b="0" lang="en-IN" sz="2400" spc="-1" strike="noStrike">
              <a:solidFill>
                <a:srgbClr val="000000"/>
              </a:solidFill>
              <a:latin typeface="Arial"/>
            </a:endParaRPr>
          </a:p>
          <a:p>
            <a:pPr marL="388800" indent="0">
              <a:lnSpc>
                <a:spcPct val="100000"/>
              </a:lnSpc>
              <a:spcBef>
                <a:spcPts val="1417"/>
              </a:spcBef>
              <a:buNone/>
              <a:tabLst>
                <a:tab algn="l" pos="0"/>
              </a:tabLst>
            </a:pPr>
            <a:r>
              <a:rPr b="0" lang="en-IN" sz="2400" spc="-1" strike="noStrike">
                <a:solidFill>
                  <a:srgbClr val="000000"/>
                </a:solidFill>
                <a:latin typeface="Arial"/>
              </a:rPr>
              <a:t>Row Storage and Column Storage</a:t>
            </a:r>
            <a:endParaRPr b="0" lang="en-IN" sz="2400" spc="-1" strike="noStrike">
              <a:solidFill>
                <a:srgbClr val="000000"/>
              </a:solidFill>
              <a:latin typeface="Arial"/>
            </a:endParaRPr>
          </a:p>
          <a:p>
            <a:pPr marL="388800" indent="0">
              <a:lnSpc>
                <a:spcPct val="100000"/>
              </a:lnSpc>
              <a:spcBef>
                <a:spcPts val="1417"/>
              </a:spcBef>
              <a:buNone/>
              <a:tabLst>
                <a:tab algn="l" pos="0"/>
              </a:tabLst>
            </a:pPr>
            <a:r>
              <a:rPr b="0" lang="en-IN" sz="2400" spc="-1" strike="noStrike">
                <a:solidFill>
                  <a:srgbClr val="000000"/>
                </a:solidFill>
                <a:latin typeface="Arial"/>
              </a:rPr>
              <a:t>Cache</a:t>
            </a:r>
            <a:endParaRPr b="0" lang="en-IN" sz="2400" spc="-1" strike="noStrike">
              <a:solidFill>
                <a:srgbClr val="000000"/>
              </a:solidFill>
              <a:latin typeface="Arial"/>
            </a:endParaRPr>
          </a:p>
          <a:p>
            <a:pPr marL="388800" indent="0">
              <a:lnSpc>
                <a:spcPct val="100000"/>
              </a:lnSpc>
              <a:spcBef>
                <a:spcPts val="1417"/>
              </a:spcBef>
              <a:buNone/>
              <a:tabLst>
                <a:tab algn="l" pos="0"/>
              </a:tabLst>
            </a:pPr>
            <a:r>
              <a:rPr b="0" lang="en-IN" sz="2400" spc="-1" strike="noStrike">
                <a:solidFill>
                  <a:srgbClr val="000000"/>
                </a:solidFill>
                <a:latin typeface="Arial"/>
              </a:rPr>
              <a:t>Block Management</a:t>
            </a:r>
            <a:endParaRPr b="0" lang="en-IN" sz="2400" spc="-1" strike="noStrike">
              <a:solidFill>
                <a:srgbClr val="000000"/>
              </a:solidFill>
              <a:latin typeface="Arial"/>
            </a:endParaRPr>
          </a:p>
          <a:p>
            <a:pPr marL="388800" indent="0">
              <a:lnSpc>
                <a:spcPct val="100000"/>
              </a:lnSpc>
              <a:spcBef>
                <a:spcPts val="1417"/>
              </a:spcBef>
              <a:buNone/>
              <a:tabLst>
                <a:tab algn="l" pos="0"/>
              </a:tabLst>
            </a:pPr>
            <a:r>
              <a:rPr b="0" lang="en-IN" sz="2400" spc="-1" strike="noStrike">
                <a:solidFill>
                  <a:srgbClr val="000000"/>
                </a:solidFill>
                <a:latin typeface="Arial"/>
              </a:rPr>
              <a:t>Page read/write</a:t>
            </a:r>
            <a:endParaRPr b="0" lang="en-IN" sz="2400" spc="-1" strike="noStrike">
              <a:solidFill>
                <a:srgbClr val="000000"/>
              </a:solidFill>
              <a:latin typeface="Arial"/>
            </a:endParaRPr>
          </a:p>
          <a:p>
            <a:pPr marL="388800" indent="0">
              <a:lnSpc>
                <a:spcPct val="100000"/>
              </a:lnSpc>
              <a:spcBef>
                <a:spcPts val="1417"/>
              </a:spcBef>
              <a:buNone/>
              <a:tabLst>
                <a:tab algn="l" pos="0"/>
              </a:tabLst>
            </a:pPr>
            <a:r>
              <a:rPr b="0" lang="en-IN" sz="2400" spc="-1" strike="noStrike">
                <a:solidFill>
                  <a:srgbClr val="000000"/>
                </a:solidFill>
                <a:latin typeface="Arial"/>
              </a:rPr>
              <a:t>Snapshots</a:t>
            </a:r>
            <a:endParaRPr b="0" lang="en-IN" sz="2400" spc="-1" strike="noStrike">
              <a:solidFill>
                <a:srgbClr val="000000"/>
              </a:solidFill>
              <a:latin typeface="Arial"/>
            </a:endParaRPr>
          </a:p>
          <a:p>
            <a:pPr marL="388800" indent="0">
              <a:lnSpc>
                <a:spcPct val="100000"/>
              </a:lnSpc>
              <a:spcBef>
                <a:spcPts val="1417"/>
              </a:spcBef>
              <a:buNone/>
              <a:tabLst>
                <a:tab algn="l" pos="0"/>
              </a:tabLst>
            </a:pPr>
            <a:r>
              <a:rPr b="0" lang="en-IN" sz="2400" spc="-1" strike="noStrike">
                <a:solidFill>
                  <a:srgbClr val="000000"/>
                </a:solidFill>
                <a:latin typeface="Arial"/>
              </a:rPr>
              <a:t>Logging</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508" name="PlaceHolder 2"/>
          <p:cNvSpPr>
            <a:spLocks noGrp="1"/>
          </p:cNvSpPr>
          <p:nvPr>
            <p:ph/>
          </p:nvPr>
        </p:nvSpPr>
        <p:spPr>
          <a:xfrm>
            <a:off x="504000" y="1326600"/>
            <a:ext cx="4425480" cy="3286440"/>
          </a:xfrm>
          <a:prstGeom prst="rect">
            <a:avLst/>
          </a:prstGeom>
          <a:noFill/>
          <a:ln w="0">
            <a:noFill/>
          </a:ln>
        </p:spPr>
        <p:txBody>
          <a:bodyPr lIns="0" rIns="0" tIns="0" bIns="0" anchor="t">
            <a:normAutofit fontScale="78000"/>
          </a:bodyPr>
          <a:p>
            <a:pPr marL="336960" indent="0">
              <a:lnSpc>
                <a:spcPct val="100000"/>
              </a:lnSpc>
              <a:spcBef>
                <a:spcPts val="1417"/>
              </a:spcBef>
              <a:buNone/>
              <a:tabLst>
                <a:tab algn="l" pos="0"/>
              </a:tabLst>
            </a:pPr>
            <a:r>
              <a:rPr b="1" lang="en-IN" sz="2400" spc="-1" strike="noStrike">
                <a:solidFill>
                  <a:srgbClr val="000000"/>
                </a:solidFill>
                <a:latin typeface="Arial"/>
              </a:rPr>
              <a:t>Schema and Cursors</a:t>
            </a:r>
            <a:endParaRPr b="0" lang="en-IN" sz="2400" spc="-1" strike="noStrike">
              <a:solidFill>
                <a:srgbClr val="000000"/>
              </a:solidFill>
              <a:latin typeface="Arial"/>
            </a:endParaRPr>
          </a:p>
          <a:p>
            <a:pPr marL="336960" indent="0" algn="just">
              <a:lnSpc>
                <a:spcPct val="100000"/>
              </a:lnSpc>
              <a:spcBef>
                <a:spcPts val="1417"/>
              </a:spcBef>
              <a:buNone/>
              <a:tabLst>
                <a:tab algn="l" pos="0"/>
              </a:tabLst>
            </a:pPr>
            <a:r>
              <a:rPr b="0" lang="en-IN" sz="2400" spc="-1" strike="noStrike">
                <a:solidFill>
                  <a:srgbClr val="000000"/>
                </a:solidFill>
                <a:latin typeface="Arial"/>
              </a:rPr>
              <a:t>Schema : Represents the  structure of the data and  it also  defines how data is stored and organized in the database.</a:t>
            </a:r>
            <a:endParaRPr b="0" lang="en-IN" sz="2400" spc="-1" strike="noStrike">
              <a:solidFill>
                <a:srgbClr val="000000"/>
              </a:solidFill>
              <a:latin typeface="Arial"/>
            </a:endParaRPr>
          </a:p>
          <a:p>
            <a:pPr marL="336960" indent="0" algn="just">
              <a:lnSpc>
                <a:spcPct val="100000"/>
              </a:lnSpc>
              <a:spcBef>
                <a:spcPts val="1417"/>
              </a:spcBef>
              <a:buNone/>
              <a:tabLst>
                <a:tab algn="l" pos="0"/>
              </a:tabLst>
            </a:pPr>
            <a:r>
              <a:rPr b="0" lang="en-IN" sz="2400" spc="-1" strike="noStrike">
                <a:solidFill>
                  <a:srgbClr val="000000"/>
                </a:solidFill>
                <a:latin typeface="Arial"/>
              </a:rPr>
              <a:t> </a:t>
            </a:r>
            <a:endParaRPr b="0" lang="en-IN" sz="2400" spc="-1" strike="noStrike">
              <a:solidFill>
                <a:srgbClr val="000000"/>
              </a:solidFill>
              <a:latin typeface="Arial"/>
            </a:endParaRPr>
          </a:p>
          <a:p>
            <a:pPr marL="336960" indent="0" algn="just">
              <a:lnSpc>
                <a:spcPct val="100000"/>
              </a:lnSpc>
              <a:spcBef>
                <a:spcPts val="1417"/>
              </a:spcBef>
              <a:buNone/>
              <a:tabLst>
                <a:tab algn="l" pos="0"/>
              </a:tabLst>
            </a:pPr>
            <a:r>
              <a:rPr b="0" lang="en-IN" sz="2400" spc="-1" strike="noStrike">
                <a:solidFill>
                  <a:srgbClr val="000000"/>
                </a:solidFill>
                <a:latin typeface="Arial"/>
              </a:rPr>
              <a:t>Cursors : It allow for sequential iteration through data and facilitate navigating through the stored data efficiently.</a:t>
            </a:r>
            <a:endParaRPr b="0" lang="en-IN" sz="2400" spc="-1" strike="noStrike">
              <a:solidFill>
                <a:srgbClr val="000000"/>
              </a:solidFill>
              <a:latin typeface="Arial"/>
            </a:endParaRPr>
          </a:p>
        </p:txBody>
      </p:sp>
      <p:sp>
        <p:nvSpPr>
          <p:cNvPr id="509" name="PlaceHolder 3"/>
          <p:cNvSpPr>
            <a:spLocks noGrp="1"/>
          </p:cNvSpPr>
          <p:nvPr>
            <p:ph/>
          </p:nvPr>
        </p:nvSpPr>
        <p:spPr>
          <a:xfrm>
            <a:off x="5152320" y="1326600"/>
            <a:ext cx="4425480" cy="3286440"/>
          </a:xfrm>
          <a:prstGeom prst="rect">
            <a:avLst/>
          </a:prstGeom>
          <a:noFill/>
          <a:ln w="0">
            <a:noFill/>
          </a:ln>
        </p:spPr>
        <p:txBody>
          <a:bodyPr lIns="0" rIns="0" tIns="0" bIns="0" anchor="t">
            <a:normAutofit fontScale="83000"/>
          </a:bodyPr>
          <a:p>
            <a:pPr marL="358560" indent="0">
              <a:lnSpc>
                <a:spcPct val="100000"/>
              </a:lnSpc>
              <a:spcBef>
                <a:spcPts val="1417"/>
              </a:spcBef>
              <a:buNone/>
              <a:tabLst>
                <a:tab algn="l" pos="0"/>
              </a:tabLst>
            </a:pPr>
            <a:r>
              <a:rPr b="1" lang="en-IN" sz="2000" spc="-1" strike="noStrike">
                <a:solidFill>
                  <a:srgbClr val="000000"/>
                </a:solidFill>
                <a:latin typeface="Arial"/>
              </a:rPr>
              <a:t>Row storage and Column storage:</a:t>
            </a:r>
            <a:endParaRPr b="0" lang="en-IN" sz="2000" spc="-1" strike="noStrike">
              <a:solidFill>
                <a:srgbClr val="000000"/>
              </a:solidFill>
              <a:latin typeface="Arial"/>
            </a:endParaRPr>
          </a:p>
          <a:p>
            <a:pPr marL="358560" indent="0" algn="just">
              <a:lnSpc>
                <a:spcPct val="100000"/>
              </a:lnSpc>
              <a:spcBef>
                <a:spcPts val="1417"/>
              </a:spcBef>
              <a:buNone/>
              <a:tabLst>
                <a:tab algn="l" pos="0"/>
              </a:tabLst>
            </a:pPr>
            <a:r>
              <a:rPr b="0" lang="en-IN" sz="2000" spc="-1" strike="noStrike">
                <a:solidFill>
                  <a:srgbClr val="000000"/>
                </a:solidFill>
                <a:latin typeface="Arial"/>
              </a:rPr>
              <a:t>Row Storage : Data is stored in a row-wise format, where entire rows of a table  are stored together.This format is ideal for  read and write heavy workloads.</a:t>
            </a:r>
            <a:endParaRPr b="0" lang="en-IN" sz="2000" spc="-1" strike="noStrike">
              <a:solidFill>
                <a:srgbClr val="000000"/>
              </a:solidFill>
              <a:latin typeface="Arial"/>
            </a:endParaRPr>
          </a:p>
          <a:p>
            <a:pPr marL="358560" indent="0" algn="just">
              <a:lnSpc>
                <a:spcPct val="100000"/>
              </a:lnSpc>
              <a:spcBef>
                <a:spcPts val="1417"/>
              </a:spcBef>
              <a:buNone/>
              <a:tabLst>
                <a:tab algn="l" pos="0"/>
              </a:tabLst>
            </a:pPr>
            <a:r>
              <a:rPr b="0" lang="en-IN" sz="2000" spc="-1" strike="noStrike">
                <a:solidFill>
                  <a:srgbClr val="000000"/>
                </a:solidFill>
                <a:latin typeface="Arial"/>
              </a:rPr>
              <a:t>Column Storage : Data is stored column-wise, where each column’s data is stored separately.It is often used for</a:t>
            </a:r>
            <a:endParaRPr b="0" lang="en-IN" sz="2000" spc="-1" strike="noStrike">
              <a:solidFill>
                <a:srgbClr val="000000"/>
              </a:solidFill>
              <a:latin typeface="Arial"/>
            </a:endParaRPr>
          </a:p>
          <a:p>
            <a:pPr marL="358560" indent="0" algn="just">
              <a:lnSpc>
                <a:spcPct val="100000"/>
              </a:lnSpc>
              <a:spcBef>
                <a:spcPts val="1417"/>
              </a:spcBef>
              <a:buNone/>
              <a:tabLst>
                <a:tab algn="l" pos="0"/>
              </a:tabLst>
            </a:pPr>
            <a:r>
              <a:rPr b="0" lang="en-IN" sz="2000" spc="-1" strike="noStrike">
                <a:solidFill>
                  <a:srgbClr val="000000"/>
                </a:solidFill>
                <a:latin typeface="Arial"/>
              </a:rPr>
              <a:t>analytical workloads.It also improves  the speed of aggregation queries by reducing the amount of data read from disk.</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511" name="PlaceHolder 2"/>
          <p:cNvSpPr>
            <a:spLocks noGrp="1"/>
          </p:cNvSpPr>
          <p:nvPr>
            <p:ph/>
          </p:nvPr>
        </p:nvSpPr>
        <p:spPr>
          <a:xfrm>
            <a:off x="504000" y="1326600"/>
            <a:ext cx="4425480" cy="3286440"/>
          </a:xfrm>
          <a:prstGeom prst="rect">
            <a:avLst/>
          </a:prstGeom>
          <a:noFill/>
          <a:ln w="0">
            <a:noFill/>
          </a:ln>
        </p:spPr>
        <p:txBody>
          <a:bodyPr lIns="0" rIns="0" tIns="0" bIns="0" anchor="t">
            <a:normAutofit fontScale="64000"/>
          </a:bodyPr>
          <a:p>
            <a:pPr marL="276480" indent="0">
              <a:lnSpc>
                <a:spcPct val="100000"/>
              </a:lnSpc>
              <a:spcBef>
                <a:spcPts val="1417"/>
              </a:spcBef>
              <a:buNone/>
              <a:tabLst>
                <a:tab algn="l" pos="0"/>
              </a:tabLst>
            </a:pPr>
            <a:r>
              <a:rPr b="1" lang="en-IN" sz="3200" spc="-1" strike="noStrike">
                <a:solidFill>
                  <a:srgbClr val="000000"/>
                </a:solidFill>
                <a:latin typeface="Arial"/>
              </a:rPr>
              <a:t>Cache:</a:t>
            </a:r>
            <a:endParaRPr b="0" lang="en-IN" sz="3200" spc="-1" strike="noStrike">
              <a:solidFill>
                <a:srgbClr val="000000"/>
              </a:solidFill>
              <a:latin typeface="Arial"/>
            </a:endParaRPr>
          </a:p>
          <a:p>
            <a:pPr marL="276480" indent="0" algn="just">
              <a:lnSpc>
                <a:spcPct val="100000"/>
              </a:lnSpc>
              <a:spcBef>
                <a:spcPts val="1417"/>
              </a:spcBef>
              <a:buNone/>
              <a:tabLst>
                <a:tab algn="l" pos="0"/>
              </a:tabLst>
            </a:pPr>
            <a:r>
              <a:rPr b="0" lang="en-IN" sz="3200" spc="-1" strike="noStrike">
                <a:solidFill>
                  <a:srgbClr val="000000"/>
                </a:solidFill>
                <a:latin typeface="Arial"/>
              </a:rPr>
              <a:t>It is used to store frequently accessed data and metadata in memory.</a:t>
            </a:r>
            <a:endParaRPr b="0" lang="en-IN" sz="3200" spc="-1" strike="noStrike">
              <a:solidFill>
                <a:srgbClr val="000000"/>
              </a:solidFill>
              <a:latin typeface="Arial"/>
            </a:endParaRPr>
          </a:p>
          <a:p>
            <a:pPr marL="276480" indent="0" algn="just">
              <a:lnSpc>
                <a:spcPct val="100000"/>
              </a:lnSpc>
              <a:spcBef>
                <a:spcPts val="1417"/>
              </a:spcBef>
              <a:buNone/>
              <a:tabLst>
                <a:tab algn="l" pos="0"/>
              </a:tabLst>
            </a:pPr>
            <a:r>
              <a:rPr b="0" lang="en-IN" sz="3200" spc="-1" strike="noStrike">
                <a:solidFill>
                  <a:srgbClr val="000000"/>
                </a:solidFill>
                <a:latin typeface="Arial"/>
              </a:rPr>
              <a:t>The cache allows faster reads by reducing the need to access the disk and  improving performance. When the cache fills up, it pushes the least-recently-used data to disk.</a:t>
            </a:r>
            <a:endParaRPr b="0" lang="en-IN" sz="3200" spc="-1" strike="noStrike">
              <a:solidFill>
                <a:srgbClr val="000000"/>
              </a:solidFill>
              <a:latin typeface="Arial"/>
            </a:endParaRPr>
          </a:p>
        </p:txBody>
      </p:sp>
      <p:sp>
        <p:nvSpPr>
          <p:cNvPr id="512" name="PlaceHolder 3"/>
          <p:cNvSpPr>
            <a:spLocks noGrp="1"/>
          </p:cNvSpPr>
          <p:nvPr>
            <p:ph/>
          </p:nvPr>
        </p:nvSpPr>
        <p:spPr>
          <a:xfrm>
            <a:off x="5152320" y="1326600"/>
            <a:ext cx="4425480" cy="3286440"/>
          </a:xfrm>
          <a:prstGeom prst="rect">
            <a:avLst/>
          </a:prstGeom>
          <a:noFill/>
          <a:ln w="0">
            <a:noFill/>
          </a:ln>
        </p:spPr>
        <p:txBody>
          <a:bodyPr lIns="0" rIns="0" tIns="0" bIns="0" anchor="t">
            <a:normAutofit/>
          </a:bodyPr>
          <a:p>
            <a:pPr marL="432000" indent="0" algn="just">
              <a:lnSpc>
                <a:spcPct val="100000"/>
              </a:lnSpc>
              <a:spcBef>
                <a:spcPts val="1417"/>
              </a:spcBef>
              <a:buNone/>
              <a:tabLst>
                <a:tab algn="l" pos="0"/>
              </a:tabLst>
            </a:pPr>
            <a:r>
              <a:rPr b="1" lang="en-IN" sz="2000" spc="-1" strike="noStrike">
                <a:solidFill>
                  <a:srgbClr val="000000"/>
                </a:solidFill>
                <a:latin typeface="Arial"/>
              </a:rPr>
              <a:t>Block Management:</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Handles the allocation and de-allocation of disk space for storing data. </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Block management ensures that data is stored efficiently on disk and handles tasks such as freeing up space when data is deleted</a:t>
            </a:r>
            <a:r>
              <a:rPr b="0" lang="en-IN" sz="3200" spc="-1" strike="noStrike">
                <a:solidFill>
                  <a:srgbClr val="000000"/>
                </a:solidFill>
                <a:latin typeface="Arial"/>
              </a:rPr>
              <a:t>.</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514" name="PlaceHolder 2"/>
          <p:cNvSpPr>
            <a:spLocks noGrp="1"/>
          </p:cNvSpPr>
          <p:nvPr>
            <p:ph/>
          </p:nvPr>
        </p:nvSpPr>
        <p:spPr>
          <a:xfrm>
            <a:off x="504000" y="1326600"/>
            <a:ext cx="4425480" cy="32864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1" lang="en-IN" sz="2000" spc="-1" strike="noStrike">
                <a:solidFill>
                  <a:srgbClr val="000000"/>
                </a:solidFill>
                <a:latin typeface="Arial"/>
              </a:rPr>
              <a:t>Page read / write:</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Pages are the smallest units of data read from or written to the disk. WiredTiger reads and writes data in pages rather than individual records to improve efficiency.</a:t>
            </a:r>
            <a:endParaRPr b="0" lang="en-IN" sz="2000" spc="-1" strike="noStrike">
              <a:solidFill>
                <a:srgbClr val="000000"/>
              </a:solidFill>
              <a:latin typeface="Arial"/>
            </a:endParaRPr>
          </a:p>
          <a:p>
            <a:pPr marL="432000" indent="0">
              <a:lnSpc>
                <a:spcPct val="100000"/>
              </a:lnSpc>
              <a:spcBef>
                <a:spcPts val="1417"/>
              </a:spcBef>
              <a:buNone/>
              <a:tabLst>
                <a:tab algn="l" pos="0"/>
              </a:tabLst>
            </a:pPr>
            <a:endParaRPr b="0" lang="en-IN" sz="3200" spc="-1" strike="noStrike">
              <a:solidFill>
                <a:srgbClr val="000000"/>
              </a:solidFill>
              <a:latin typeface="Arial"/>
            </a:endParaRPr>
          </a:p>
          <a:p>
            <a:pPr marL="432000" indent="0">
              <a:lnSpc>
                <a:spcPct val="100000"/>
              </a:lnSpc>
              <a:spcBef>
                <a:spcPts val="1417"/>
              </a:spcBef>
              <a:buNone/>
              <a:tabLst>
                <a:tab algn="l" pos="0"/>
              </a:tabLst>
            </a:pPr>
            <a:endParaRPr b="0" lang="en-IN" sz="3200" spc="-1" strike="noStrike">
              <a:solidFill>
                <a:srgbClr val="000000"/>
              </a:solidFill>
              <a:latin typeface="Arial"/>
            </a:endParaRPr>
          </a:p>
        </p:txBody>
      </p:sp>
      <p:sp>
        <p:nvSpPr>
          <p:cNvPr id="515" name="PlaceHolder 3"/>
          <p:cNvSpPr>
            <a:spLocks noGrp="1"/>
          </p:cNvSpPr>
          <p:nvPr>
            <p:ph/>
          </p:nvPr>
        </p:nvSpPr>
        <p:spPr>
          <a:xfrm>
            <a:off x="5152320" y="1326600"/>
            <a:ext cx="4425480" cy="32864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1" lang="en-IN" sz="2000" spc="-1" strike="noStrike">
                <a:solidFill>
                  <a:srgbClr val="000000"/>
                </a:solidFill>
                <a:latin typeface="Arial"/>
              </a:rPr>
              <a:t>Transactions:</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It ensures ACID properties for all operations.It  allows multiple operations to be grouped together, ensuring that the data remains consistent, even in case of failure.</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517" name="PlaceHolder 2"/>
          <p:cNvSpPr>
            <a:spLocks noGrp="1"/>
          </p:cNvSpPr>
          <p:nvPr>
            <p:ph/>
          </p:nvPr>
        </p:nvSpPr>
        <p:spPr>
          <a:xfrm>
            <a:off x="504000" y="1326600"/>
            <a:ext cx="4425480" cy="32864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1" lang="en-IN" sz="2000" spc="-1" strike="noStrike">
                <a:solidFill>
                  <a:srgbClr val="000000"/>
                </a:solidFill>
                <a:latin typeface="Arial"/>
              </a:rPr>
              <a:t>Snapshots:</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Snapshots create consistent views of the data at a particular point in time, allowing readers to see a consistent view of the data while writes are being performed. </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This helps in ensuring high concurrency by reducing locking contention.</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endParaRPr b="0" lang="en-IN" sz="3200" spc="-1" strike="noStrike">
              <a:solidFill>
                <a:srgbClr val="000000"/>
              </a:solidFill>
              <a:latin typeface="Arial"/>
            </a:endParaRPr>
          </a:p>
          <a:p>
            <a:pPr marL="432000" indent="0">
              <a:lnSpc>
                <a:spcPct val="100000"/>
              </a:lnSpc>
              <a:spcBef>
                <a:spcPts val="1417"/>
              </a:spcBef>
              <a:buNone/>
              <a:tabLst>
                <a:tab algn="l" pos="0"/>
              </a:tabLst>
            </a:pPr>
            <a:endParaRPr b="0" lang="en-IN" sz="3200" spc="-1" strike="noStrike">
              <a:solidFill>
                <a:srgbClr val="000000"/>
              </a:solidFill>
              <a:latin typeface="Arial"/>
            </a:endParaRPr>
          </a:p>
        </p:txBody>
      </p:sp>
      <p:sp>
        <p:nvSpPr>
          <p:cNvPr id="518" name="PlaceHolder 3"/>
          <p:cNvSpPr>
            <a:spLocks noGrp="1"/>
          </p:cNvSpPr>
          <p:nvPr>
            <p:ph/>
          </p:nvPr>
        </p:nvSpPr>
        <p:spPr>
          <a:xfrm>
            <a:off x="5152320" y="1326600"/>
            <a:ext cx="4425480" cy="32864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1" lang="en-IN" sz="2000" spc="-1" strike="noStrike">
                <a:solidFill>
                  <a:srgbClr val="000000"/>
                </a:solidFill>
                <a:latin typeface="Arial"/>
              </a:rPr>
              <a:t>Logging:</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The logging component in WiredTiger is crucial for crash recovery and durability. </a:t>
            </a:r>
            <a:endParaRPr b="0" lang="en-IN" sz="2000" spc="-1" strike="noStrike">
              <a:solidFill>
                <a:srgbClr val="000000"/>
              </a:solidFill>
              <a:latin typeface="Arial"/>
            </a:endParaRPr>
          </a:p>
          <a:p>
            <a:pPr marL="432000" indent="0" algn="just">
              <a:lnSpc>
                <a:spcPct val="100000"/>
              </a:lnSpc>
              <a:spcBef>
                <a:spcPts val="1417"/>
              </a:spcBef>
              <a:buNone/>
              <a:tabLst>
                <a:tab algn="l" pos="0"/>
              </a:tabLst>
            </a:pPr>
            <a:r>
              <a:rPr b="0" lang="en-IN" sz="2000" spc="-1" strike="noStrike">
                <a:solidFill>
                  <a:srgbClr val="000000"/>
                </a:solidFill>
                <a:latin typeface="Arial"/>
              </a:rPr>
              <a:t>It maintains a record of all changes made to the database. If MongoDB crashes, the log entries can be replayed to restore the database to its last consistent state</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title"/>
          </p:nvPr>
        </p:nvSpPr>
        <p:spPr>
          <a:xfrm>
            <a:off x="504000" y="226080"/>
            <a:ext cx="9069840" cy="944640"/>
          </a:xfrm>
          <a:prstGeom prst="rect">
            <a:avLst/>
          </a:prstGeom>
          <a:noFill/>
          <a:ln w="0">
            <a:noFill/>
          </a:ln>
        </p:spPr>
        <p:txBody>
          <a:bodyPr lIns="0" rIns="0" tIns="0" bIns="0" anchor="ctr">
            <a:noAutofit/>
          </a:bodyPr>
          <a:p>
            <a:pPr indent="0" algn="ctr">
              <a:buNone/>
            </a:pPr>
            <a:endParaRPr b="0" lang="en-IN" sz="1800" spc="-1" strike="noStrike">
              <a:solidFill>
                <a:srgbClr val="000000"/>
              </a:solidFill>
              <a:latin typeface="Arial"/>
            </a:endParaRPr>
          </a:p>
        </p:txBody>
      </p:sp>
      <p:sp>
        <p:nvSpPr>
          <p:cNvPr id="520" name="PlaceHolder 2"/>
          <p:cNvSpPr>
            <a:spLocks noGrp="1"/>
          </p:cNvSpPr>
          <p:nvPr>
            <p:ph/>
          </p:nvPr>
        </p:nvSpPr>
        <p:spPr>
          <a:xfrm>
            <a:off x="504000" y="1326600"/>
            <a:ext cx="4425480" cy="32864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0" lang="en-IN" sz="3200" spc="-1" strike="noStrike">
                <a:solidFill>
                  <a:srgbClr val="000000"/>
                </a:solidFill>
                <a:latin typeface="Arial"/>
              </a:rPr>
              <a:t>Database files</a:t>
            </a:r>
            <a:endParaRPr b="0" lang="en-IN" sz="3200" spc="-1" strike="noStrike">
              <a:solidFill>
                <a:srgbClr val="000000"/>
              </a:solidFill>
              <a:latin typeface="Arial"/>
            </a:endParaRPr>
          </a:p>
          <a:p>
            <a:pPr marL="432000" indent="0" algn="just">
              <a:lnSpc>
                <a:spcPct val="100000"/>
              </a:lnSpc>
              <a:spcBef>
                <a:spcPts val="1417"/>
              </a:spcBef>
              <a:buNone/>
              <a:tabLst>
                <a:tab algn="l" pos="0"/>
              </a:tabLst>
            </a:pPr>
            <a:r>
              <a:rPr b="1" lang="en-IN" sz="2000" spc="-1" strike="noStrike">
                <a:solidFill>
                  <a:srgbClr val="000000"/>
                </a:solidFill>
                <a:latin typeface="Arial"/>
              </a:rPr>
              <a:t>Database files :</a:t>
            </a:r>
            <a:r>
              <a:rPr b="0" lang="en-IN" sz="2000" spc="-1" strike="noStrike">
                <a:solidFill>
                  <a:srgbClr val="000000"/>
                </a:solidFill>
                <a:latin typeface="Arial"/>
              </a:rPr>
              <a:t> These files store the actual data (documents or records). WiredTiger manages how the data is organized and stored in these files on disk.</a:t>
            </a:r>
            <a:endParaRPr b="0" lang="en-IN" sz="2000" spc="-1" strike="noStrike">
              <a:solidFill>
                <a:srgbClr val="000000"/>
              </a:solidFill>
              <a:latin typeface="Arial"/>
            </a:endParaRPr>
          </a:p>
        </p:txBody>
      </p:sp>
      <p:sp>
        <p:nvSpPr>
          <p:cNvPr id="521" name="PlaceHolder 3"/>
          <p:cNvSpPr>
            <a:spLocks noGrp="1"/>
          </p:cNvSpPr>
          <p:nvPr>
            <p:ph/>
          </p:nvPr>
        </p:nvSpPr>
        <p:spPr>
          <a:xfrm>
            <a:off x="5152320" y="1326600"/>
            <a:ext cx="4425480" cy="32864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0" lang="en-IN" sz="3200" spc="-1" strike="noStrike">
                <a:solidFill>
                  <a:srgbClr val="000000"/>
                </a:solidFill>
                <a:latin typeface="Arial"/>
              </a:rPr>
              <a:t>Log files</a:t>
            </a:r>
            <a:endParaRPr b="0" lang="en-IN" sz="3200" spc="-1" strike="noStrike">
              <a:solidFill>
                <a:srgbClr val="000000"/>
              </a:solidFill>
              <a:latin typeface="Arial"/>
            </a:endParaRPr>
          </a:p>
          <a:p>
            <a:pPr marL="432000" indent="0" algn="just">
              <a:lnSpc>
                <a:spcPct val="100000"/>
              </a:lnSpc>
              <a:spcBef>
                <a:spcPts val="1417"/>
              </a:spcBef>
              <a:buNone/>
              <a:tabLst>
                <a:tab algn="l" pos="0"/>
              </a:tabLst>
            </a:pPr>
            <a:r>
              <a:rPr b="1" lang="en-IN" sz="2000" spc="-1" strike="noStrike">
                <a:solidFill>
                  <a:srgbClr val="000000"/>
                </a:solidFill>
                <a:latin typeface="Arial"/>
              </a:rPr>
              <a:t>Log files :</a:t>
            </a:r>
            <a:r>
              <a:rPr b="0" lang="en-IN" sz="2000" spc="-1" strike="noStrike">
                <a:solidFill>
                  <a:srgbClr val="000000"/>
                </a:solidFill>
                <a:latin typeface="Arial"/>
              </a:rPr>
              <a:t> These store the transaction logs, which are used for crash recovery and ensuring durability.Making sure that committed transactions are saved, even in the event of a system failure.</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1461</TotalTime>
  <Application>LibreOffice/7.4.7.2$Linux_X86_64 LibreOffice_project/40$Build-2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2025-01-06T04:48:59Z</dcterms:created>
  <dc:creator/>
  <dc:description/>
  <dc:language>en-IN</dc:language>
  <cp:lastModifiedBy/>
  <dcterms:modified xsi:type="dcterms:W3CDTF">2025-01-08T05:49:57Z</dcterms:modified>
  <cp:revision>94</cp:revision>
  <dc:subject/>
  <dc:title/>
</cp:coreProperties>
</file>

<file path=docProps/custom.xml><?xml version="1.0" encoding="utf-8"?>
<Properties xmlns="http://schemas.openxmlformats.org/officeDocument/2006/custom-properties" xmlns:vt="http://schemas.openxmlformats.org/officeDocument/2006/docPropsVTypes"/>
</file>