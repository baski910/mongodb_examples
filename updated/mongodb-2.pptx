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_rels/presentation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64.xml.rels" ContentType="application/vnd.openxmlformats-package.relationships+xml"/>
  <Override PartName="/ppt/slideLayouts/slideLayout56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3.xml" ContentType="application/vnd.openxmlformats-officedocument.presentationml.slideLayout+xml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23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19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6733320-3E88-40B4-A394-2226147C773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442584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3814B74-94FA-4840-92C3-D39666BC355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584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194362D-AFBF-4F64-BF89-97DA2C64D37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15964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2772000" y="1326600"/>
            <a:ext cx="215964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0841307-7B5B-433A-A4A9-90A68A338FF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240F4E3-9D21-4ECA-88F8-CD2A4D1B262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0200" cy="438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6D057F6-2140-43C2-AEF0-B65AC6D340E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15964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2772000" y="1326600"/>
            <a:ext cx="215964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3440"/>
            <a:ext cx="215964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BBEC29F-8EC9-4A0D-B56E-4D8FE1F4240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15964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2772000" y="1326600"/>
            <a:ext cx="215964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2772000" y="3043440"/>
            <a:ext cx="215964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D488349-F0C2-4BEA-810E-6451F09C791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15964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2772000" y="1326600"/>
            <a:ext cx="215964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3440"/>
            <a:ext cx="442584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1F341E8-7ACB-4AE3-9E88-0C417B543CC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584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3440"/>
            <a:ext cx="442584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7332025-117E-41A9-AB76-4F75C1CB079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15964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2772000" y="1326600"/>
            <a:ext cx="215964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3440"/>
            <a:ext cx="215964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2772000" y="3043440"/>
            <a:ext cx="215964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0623BE4-8EBF-4DE0-8E2C-4BD45AA5B79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142488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000"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2000520" y="1326600"/>
            <a:ext cx="142488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000"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3497040" y="1326600"/>
            <a:ext cx="142488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000"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3440"/>
            <a:ext cx="142488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000"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2000520" y="3043440"/>
            <a:ext cx="142488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000"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3497040" y="3043440"/>
            <a:ext cx="142488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000"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2985E68-3BA9-4DCF-9A2A-E27995CDD0E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FF79675-4161-4C02-A9D0-722CCAC2F7D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442584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AE25FEA-FAA9-4F48-9BC9-6CD5EDDF904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584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D52D311-E516-42A2-A69C-A08B595BB70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15964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2772000" y="1326600"/>
            <a:ext cx="215964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305757E-1D7B-4BD8-B5E4-9B541110F2C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E763A8C-4C8C-409E-BA9A-0BDD276222B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0200" cy="438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8001D5F-B93B-48F0-83F7-4E0A2148CDE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15964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2772000" y="1326600"/>
            <a:ext cx="215964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504000" y="3043440"/>
            <a:ext cx="215964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ADA178E-BB72-4EFF-A605-4F0DE596A6D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15964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2772000" y="1326600"/>
            <a:ext cx="215964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2772000" y="3043440"/>
            <a:ext cx="215964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31CE3C8-AA6B-4B70-9387-12C66AE7014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15964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2772000" y="1326600"/>
            <a:ext cx="215964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504000" y="3043440"/>
            <a:ext cx="442584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6D5C83B-5EBA-45B2-A0C7-920CE901C84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584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504000" y="3043440"/>
            <a:ext cx="442584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25C500D-97EA-43FC-AEED-BF9AB922C7C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15964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2772000" y="1326600"/>
            <a:ext cx="215964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504000" y="3043440"/>
            <a:ext cx="215964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2772000" y="3043440"/>
            <a:ext cx="215964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4B84F32-6769-432A-980F-7680E9942FC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142488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000"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2000520" y="1326600"/>
            <a:ext cx="142488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000"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3497040" y="1326600"/>
            <a:ext cx="142488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000"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504000" y="3043440"/>
            <a:ext cx="142488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000"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2000520" y="3043440"/>
            <a:ext cx="142488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000"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3497040" y="3043440"/>
            <a:ext cx="142488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000"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E0138B0-1B1B-4572-A4A5-6732D4AFECC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D8BBA2C-BA88-47C4-B4C9-381B223A935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442584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07A9811-C600-45CB-8572-285B42F001D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584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403D8C5-53EB-4851-A124-3AE3B41BA77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15964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2772000" y="1326600"/>
            <a:ext cx="215964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6C76663-C75C-4F00-8B50-2DD1EA12DBF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49355E6-FC17-475C-86FD-E998D6194A3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0200" cy="438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8118A94-8C87-4823-B0A3-E95619379CC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15964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2772000" y="1326600"/>
            <a:ext cx="215964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504000" y="3043440"/>
            <a:ext cx="215964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F108515-374F-490B-A3F6-A299055FDCF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15964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2772000" y="1326600"/>
            <a:ext cx="215964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2772000" y="3043440"/>
            <a:ext cx="215964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872E5DF-5D21-45FE-BFF0-B262064D757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15964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2772000" y="1326600"/>
            <a:ext cx="215964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/>
          </p:nvPr>
        </p:nvSpPr>
        <p:spPr>
          <a:xfrm>
            <a:off x="504000" y="3043440"/>
            <a:ext cx="442584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F329CEEA-22CE-408F-8B15-7306F200966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584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504000" y="3043440"/>
            <a:ext cx="442584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E6D426A-ACC0-481C-BA85-736DF643CDE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15964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2772000" y="1326600"/>
            <a:ext cx="215964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504000" y="3043440"/>
            <a:ext cx="215964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/>
          </p:nvPr>
        </p:nvSpPr>
        <p:spPr>
          <a:xfrm>
            <a:off x="2772000" y="3043440"/>
            <a:ext cx="215964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D297E501-CA0E-4300-A4D4-DE948CFE0D3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142488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000"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2000520" y="1326600"/>
            <a:ext cx="142488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000"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/>
          </p:nvPr>
        </p:nvSpPr>
        <p:spPr>
          <a:xfrm>
            <a:off x="3497040" y="1326600"/>
            <a:ext cx="142488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000"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/>
          </p:nvPr>
        </p:nvSpPr>
        <p:spPr>
          <a:xfrm>
            <a:off x="504000" y="3043440"/>
            <a:ext cx="142488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000"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/>
          </p:nvPr>
        </p:nvSpPr>
        <p:spPr>
          <a:xfrm>
            <a:off x="2000520" y="3043440"/>
            <a:ext cx="142488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000"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/>
          </p:nvPr>
        </p:nvSpPr>
        <p:spPr>
          <a:xfrm>
            <a:off x="3497040" y="3043440"/>
            <a:ext cx="142488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000"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FEA66D6F-9005-4132-8659-589CE90BD5E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A5FDB7E3-6639-410C-9E40-FB0DEA6E6BB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442584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233FEE7C-D739-4380-B70E-DE59253CF21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584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55599726-39F9-4279-8B1A-E2CEDA9657F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15964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/>
          </p:nvPr>
        </p:nvSpPr>
        <p:spPr>
          <a:xfrm>
            <a:off x="2772000" y="1326600"/>
            <a:ext cx="215964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DBA352EB-5626-4980-9282-FFBE6361CAA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ED4526B8-3D36-43EF-8E61-6AC9E504382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0200" cy="438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C95CC43B-0B81-429D-93EE-760982ED125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15964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/>
          </p:nvPr>
        </p:nvSpPr>
        <p:spPr>
          <a:xfrm>
            <a:off x="2772000" y="1326600"/>
            <a:ext cx="215964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/>
          </p:nvPr>
        </p:nvSpPr>
        <p:spPr>
          <a:xfrm>
            <a:off x="504000" y="3043440"/>
            <a:ext cx="215964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DC046A01-0804-4923-8E39-B2BBB1960A1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15964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/>
          </p:nvPr>
        </p:nvSpPr>
        <p:spPr>
          <a:xfrm>
            <a:off x="2772000" y="1326600"/>
            <a:ext cx="215964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/>
          </p:nvPr>
        </p:nvSpPr>
        <p:spPr>
          <a:xfrm>
            <a:off x="2772000" y="3043440"/>
            <a:ext cx="215964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89E8716D-CF08-4308-B033-1CFEE6A701B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15964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/>
          </p:nvPr>
        </p:nvSpPr>
        <p:spPr>
          <a:xfrm>
            <a:off x="2772000" y="1326600"/>
            <a:ext cx="215964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/>
          </p:nvPr>
        </p:nvSpPr>
        <p:spPr>
          <a:xfrm>
            <a:off x="504000" y="3043440"/>
            <a:ext cx="442584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723355A3-AFCF-4804-AE5D-E544EAF8288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584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504000" y="3043440"/>
            <a:ext cx="442584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1AD32A7D-16EB-4AE6-8BDC-450BA02E550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15964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/>
          </p:nvPr>
        </p:nvSpPr>
        <p:spPr>
          <a:xfrm>
            <a:off x="2772000" y="1326600"/>
            <a:ext cx="215964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/>
          </p:nvPr>
        </p:nvSpPr>
        <p:spPr>
          <a:xfrm>
            <a:off x="504000" y="3043440"/>
            <a:ext cx="215964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5"/>
          <p:cNvSpPr>
            <a:spLocks noGrp="1"/>
          </p:cNvSpPr>
          <p:nvPr>
            <p:ph/>
          </p:nvPr>
        </p:nvSpPr>
        <p:spPr>
          <a:xfrm>
            <a:off x="2772000" y="3043440"/>
            <a:ext cx="215964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9F40984F-363D-4D7C-84BB-63C4675FD53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142488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000"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/>
          </p:nvPr>
        </p:nvSpPr>
        <p:spPr>
          <a:xfrm>
            <a:off x="2000520" y="1326600"/>
            <a:ext cx="142488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000"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4"/>
          <p:cNvSpPr>
            <a:spLocks noGrp="1"/>
          </p:cNvSpPr>
          <p:nvPr>
            <p:ph/>
          </p:nvPr>
        </p:nvSpPr>
        <p:spPr>
          <a:xfrm>
            <a:off x="3497040" y="1326600"/>
            <a:ext cx="142488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000"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5"/>
          <p:cNvSpPr>
            <a:spLocks noGrp="1"/>
          </p:cNvSpPr>
          <p:nvPr>
            <p:ph/>
          </p:nvPr>
        </p:nvSpPr>
        <p:spPr>
          <a:xfrm>
            <a:off x="504000" y="3043440"/>
            <a:ext cx="142488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000"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6"/>
          <p:cNvSpPr>
            <a:spLocks noGrp="1"/>
          </p:cNvSpPr>
          <p:nvPr>
            <p:ph/>
          </p:nvPr>
        </p:nvSpPr>
        <p:spPr>
          <a:xfrm>
            <a:off x="2000520" y="3043440"/>
            <a:ext cx="142488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000"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7"/>
          <p:cNvSpPr>
            <a:spLocks noGrp="1"/>
          </p:cNvSpPr>
          <p:nvPr>
            <p:ph/>
          </p:nvPr>
        </p:nvSpPr>
        <p:spPr>
          <a:xfrm>
            <a:off x="3497040" y="3043440"/>
            <a:ext cx="142488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000"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5581CB28-7979-4B14-834A-F629E82DEA3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7AD5691A-6208-4EF5-9CDB-9D01403BA5B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442584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2CCA4030-DF74-494B-9EC3-B34F10EC259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584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95D122FD-B201-4A08-A2EB-55BD44CD5D9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15964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/>
          </p:nvPr>
        </p:nvSpPr>
        <p:spPr>
          <a:xfrm>
            <a:off x="2772000" y="1326600"/>
            <a:ext cx="215964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4B97B58F-4972-4D3B-A5FD-89BB4A6C080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512C9B17-9F86-4EF4-B02C-45460706B8E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0200" cy="438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3D7C6D85-61FE-400C-A34D-DFE69B5AD25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15964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/>
          </p:nvPr>
        </p:nvSpPr>
        <p:spPr>
          <a:xfrm>
            <a:off x="2772000" y="1326600"/>
            <a:ext cx="215964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PlaceHolder 4"/>
          <p:cNvSpPr>
            <a:spLocks noGrp="1"/>
          </p:cNvSpPr>
          <p:nvPr>
            <p:ph/>
          </p:nvPr>
        </p:nvSpPr>
        <p:spPr>
          <a:xfrm>
            <a:off x="504000" y="3043440"/>
            <a:ext cx="215964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E60FB06D-8383-4DED-8546-1030FB25F48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15964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/>
          </p:nvPr>
        </p:nvSpPr>
        <p:spPr>
          <a:xfrm>
            <a:off x="2772000" y="1326600"/>
            <a:ext cx="215964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PlaceHolder 4"/>
          <p:cNvSpPr>
            <a:spLocks noGrp="1"/>
          </p:cNvSpPr>
          <p:nvPr>
            <p:ph/>
          </p:nvPr>
        </p:nvSpPr>
        <p:spPr>
          <a:xfrm>
            <a:off x="2772000" y="3043440"/>
            <a:ext cx="215964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94545E63-3438-445F-9B18-F4A3CB6CC30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15964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/>
          </p:nvPr>
        </p:nvSpPr>
        <p:spPr>
          <a:xfrm>
            <a:off x="2772000" y="1326600"/>
            <a:ext cx="215964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4"/>
          <p:cNvSpPr>
            <a:spLocks noGrp="1"/>
          </p:cNvSpPr>
          <p:nvPr>
            <p:ph/>
          </p:nvPr>
        </p:nvSpPr>
        <p:spPr>
          <a:xfrm>
            <a:off x="504000" y="3043440"/>
            <a:ext cx="442584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708B68A9-996D-4612-BF7B-DA63C23467B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584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/>
          </p:nvPr>
        </p:nvSpPr>
        <p:spPr>
          <a:xfrm>
            <a:off x="504000" y="3043440"/>
            <a:ext cx="442584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CDE3A5F2-9180-4C7A-B09E-FC1B73B4657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15964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/>
          </p:nvPr>
        </p:nvSpPr>
        <p:spPr>
          <a:xfrm>
            <a:off x="2772000" y="1326600"/>
            <a:ext cx="215964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4"/>
          <p:cNvSpPr>
            <a:spLocks noGrp="1"/>
          </p:cNvSpPr>
          <p:nvPr>
            <p:ph/>
          </p:nvPr>
        </p:nvSpPr>
        <p:spPr>
          <a:xfrm>
            <a:off x="504000" y="3043440"/>
            <a:ext cx="215964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PlaceHolder 5"/>
          <p:cNvSpPr>
            <a:spLocks noGrp="1"/>
          </p:cNvSpPr>
          <p:nvPr>
            <p:ph/>
          </p:nvPr>
        </p:nvSpPr>
        <p:spPr>
          <a:xfrm>
            <a:off x="2772000" y="3043440"/>
            <a:ext cx="215964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70501FF9-8663-435F-AB90-4C7398BF09F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142488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000"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/>
          </p:nvPr>
        </p:nvSpPr>
        <p:spPr>
          <a:xfrm>
            <a:off x="2000520" y="1326600"/>
            <a:ext cx="142488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000"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4"/>
          <p:cNvSpPr>
            <a:spLocks noGrp="1"/>
          </p:cNvSpPr>
          <p:nvPr>
            <p:ph/>
          </p:nvPr>
        </p:nvSpPr>
        <p:spPr>
          <a:xfrm>
            <a:off x="3497040" y="1326600"/>
            <a:ext cx="142488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000"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PlaceHolder 5"/>
          <p:cNvSpPr>
            <a:spLocks noGrp="1"/>
          </p:cNvSpPr>
          <p:nvPr>
            <p:ph/>
          </p:nvPr>
        </p:nvSpPr>
        <p:spPr>
          <a:xfrm>
            <a:off x="504000" y="3043440"/>
            <a:ext cx="142488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000"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PlaceHolder 6"/>
          <p:cNvSpPr>
            <a:spLocks noGrp="1"/>
          </p:cNvSpPr>
          <p:nvPr>
            <p:ph/>
          </p:nvPr>
        </p:nvSpPr>
        <p:spPr>
          <a:xfrm>
            <a:off x="2000520" y="3043440"/>
            <a:ext cx="142488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000"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7"/>
          <p:cNvSpPr>
            <a:spLocks noGrp="1"/>
          </p:cNvSpPr>
          <p:nvPr>
            <p:ph/>
          </p:nvPr>
        </p:nvSpPr>
        <p:spPr>
          <a:xfrm>
            <a:off x="3497040" y="3043440"/>
            <a:ext cx="142488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000"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FE63C477-17D6-4A42-92A0-2D1D195A835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7393DDA2-45EE-4D7F-AD34-F9C13AA769A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442584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2D175394-9344-4DC1-8EF4-289762B492C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584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D7379BB9-FD35-4DF9-8ACE-8A4D6931DB7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15964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/>
          </p:nvPr>
        </p:nvSpPr>
        <p:spPr>
          <a:xfrm>
            <a:off x="2772000" y="1326600"/>
            <a:ext cx="215964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4BE5CEDC-5D42-4255-8390-B45A8894562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C0F19D91-1AF9-4418-92EE-D32FE696740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0200" cy="438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CF3A8924-FBA2-450A-8CF0-99D83A9D47C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15964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/>
          </p:nvPr>
        </p:nvSpPr>
        <p:spPr>
          <a:xfrm>
            <a:off x="2772000" y="1326600"/>
            <a:ext cx="215964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4"/>
          <p:cNvSpPr>
            <a:spLocks noGrp="1"/>
          </p:cNvSpPr>
          <p:nvPr>
            <p:ph/>
          </p:nvPr>
        </p:nvSpPr>
        <p:spPr>
          <a:xfrm>
            <a:off x="504000" y="3043440"/>
            <a:ext cx="215964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177F62D2-804D-4182-B0B1-56001339F2C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15964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/>
          </p:nvPr>
        </p:nvSpPr>
        <p:spPr>
          <a:xfrm>
            <a:off x="2772000" y="1326600"/>
            <a:ext cx="215964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PlaceHolder 4"/>
          <p:cNvSpPr>
            <a:spLocks noGrp="1"/>
          </p:cNvSpPr>
          <p:nvPr>
            <p:ph/>
          </p:nvPr>
        </p:nvSpPr>
        <p:spPr>
          <a:xfrm>
            <a:off x="2772000" y="3043440"/>
            <a:ext cx="215964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DE982743-CACC-484F-97F9-99F9317CFD3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15964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/>
          </p:nvPr>
        </p:nvSpPr>
        <p:spPr>
          <a:xfrm>
            <a:off x="2772000" y="1326600"/>
            <a:ext cx="215964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PlaceHolder 4"/>
          <p:cNvSpPr>
            <a:spLocks noGrp="1"/>
          </p:cNvSpPr>
          <p:nvPr>
            <p:ph/>
          </p:nvPr>
        </p:nvSpPr>
        <p:spPr>
          <a:xfrm>
            <a:off x="504000" y="3043440"/>
            <a:ext cx="442584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8BFA24A2-3A6B-4657-925E-09573B8EC0B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584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/>
          </p:nvPr>
        </p:nvSpPr>
        <p:spPr>
          <a:xfrm>
            <a:off x="504000" y="3043440"/>
            <a:ext cx="442584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A7A1CF35-C864-487E-92F4-A1978507E27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15964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/>
          </p:nvPr>
        </p:nvSpPr>
        <p:spPr>
          <a:xfrm>
            <a:off x="2772000" y="1326600"/>
            <a:ext cx="215964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4"/>
          <p:cNvSpPr>
            <a:spLocks noGrp="1"/>
          </p:cNvSpPr>
          <p:nvPr>
            <p:ph/>
          </p:nvPr>
        </p:nvSpPr>
        <p:spPr>
          <a:xfrm>
            <a:off x="504000" y="3043440"/>
            <a:ext cx="215964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PlaceHolder 5"/>
          <p:cNvSpPr>
            <a:spLocks noGrp="1"/>
          </p:cNvSpPr>
          <p:nvPr>
            <p:ph/>
          </p:nvPr>
        </p:nvSpPr>
        <p:spPr>
          <a:xfrm>
            <a:off x="2772000" y="3043440"/>
            <a:ext cx="215964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7538160A-9F2C-4253-AB3B-FC355527CF3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142488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000"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/>
          </p:nvPr>
        </p:nvSpPr>
        <p:spPr>
          <a:xfrm>
            <a:off x="2000520" y="1326600"/>
            <a:ext cx="142488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000"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PlaceHolder 4"/>
          <p:cNvSpPr>
            <a:spLocks noGrp="1"/>
          </p:cNvSpPr>
          <p:nvPr>
            <p:ph/>
          </p:nvPr>
        </p:nvSpPr>
        <p:spPr>
          <a:xfrm>
            <a:off x="3497040" y="1326600"/>
            <a:ext cx="142488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000"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PlaceHolder 5"/>
          <p:cNvSpPr>
            <a:spLocks noGrp="1"/>
          </p:cNvSpPr>
          <p:nvPr>
            <p:ph/>
          </p:nvPr>
        </p:nvSpPr>
        <p:spPr>
          <a:xfrm>
            <a:off x="504000" y="3043440"/>
            <a:ext cx="142488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000"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PlaceHolder 6"/>
          <p:cNvSpPr>
            <a:spLocks noGrp="1"/>
          </p:cNvSpPr>
          <p:nvPr>
            <p:ph/>
          </p:nvPr>
        </p:nvSpPr>
        <p:spPr>
          <a:xfrm>
            <a:off x="2000520" y="3043440"/>
            <a:ext cx="142488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000"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PlaceHolder 7"/>
          <p:cNvSpPr>
            <a:spLocks noGrp="1"/>
          </p:cNvSpPr>
          <p:nvPr>
            <p:ph/>
          </p:nvPr>
        </p:nvSpPr>
        <p:spPr>
          <a:xfrm>
            <a:off x="3497040" y="3043440"/>
            <a:ext cx="142488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000"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A8DC9550-AB9D-4322-A3E3-A690D2B89AB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9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7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3560" cy="38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6840" cy="38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B63C996-BDF3-4BBF-A338-50FFA44FF649}" type="slidenum"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6840" cy="38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3560" cy="38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6840" cy="38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B0E0C7D-0BF3-4319-A18A-3F7EFE60C588}" type="slidenum"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6840" cy="38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ftr" idx="7"/>
          </p:nvPr>
        </p:nvSpPr>
        <p:spPr>
          <a:xfrm>
            <a:off x="3447360" y="5165280"/>
            <a:ext cx="3193560" cy="38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ldNum" idx="8"/>
          </p:nvPr>
        </p:nvSpPr>
        <p:spPr>
          <a:xfrm>
            <a:off x="7227360" y="5165280"/>
            <a:ext cx="2346840" cy="38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C6C5FAD-A21D-45AD-B1B9-5C070C8D6801}" type="slidenum"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dt" idx="9"/>
          </p:nvPr>
        </p:nvSpPr>
        <p:spPr>
          <a:xfrm>
            <a:off x="504000" y="5165280"/>
            <a:ext cx="2346840" cy="38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ftr" idx="10"/>
          </p:nvPr>
        </p:nvSpPr>
        <p:spPr>
          <a:xfrm>
            <a:off x="3447360" y="5165280"/>
            <a:ext cx="3193560" cy="38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sldNum" idx="11"/>
          </p:nvPr>
        </p:nvSpPr>
        <p:spPr>
          <a:xfrm>
            <a:off x="7227360" y="5165280"/>
            <a:ext cx="2346840" cy="38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39D4800-F53E-4BC4-A05E-816EC2536032}" type="slidenum"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dt" idx="12"/>
          </p:nvPr>
        </p:nvSpPr>
        <p:spPr>
          <a:xfrm>
            <a:off x="504000" y="5165280"/>
            <a:ext cx="2346840" cy="38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15928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6000"/>
          </a:bodyPr>
          <a:p>
            <a:pPr marL="198720" indent="-14904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to edit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outlin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 text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forma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397440" indent="-14904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d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tli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596160" indent="-13248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794880" indent="-9936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993600" indent="-9936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1192320" indent="-9936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x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1391040" indent="-9936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body"/>
          </p:nvPr>
        </p:nvSpPr>
        <p:spPr>
          <a:xfrm>
            <a:off x="2772000" y="1326600"/>
            <a:ext cx="215928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6000"/>
          </a:bodyPr>
          <a:p>
            <a:pPr marL="198720" indent="-14904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outline text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397440" indent="-14904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Outline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596160" indent="-13248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Outline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794880" indent="-9936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rth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Outl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ine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Lev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993600" indent="-9936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1192320" indent="-9936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x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1391040" indent="-9936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4"/>
          <p:cNvSpPr>
            <a:spLocks noGrp="1"/>
          </p:cNvSpPr>
          <p:nvPr>
            <p:ph type="ftr" idx="13"/>
          </p:nvPr>
        </p:nvSpPr>
        <p:spPr>
          <a:xfrm>
            <a:off x="3447360" y="5165280"/>
            <a:ext cx="3193560" cy="38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" name="PlaceHolder 5"/>
          <p:cNvSpPr>
            <a:spLocks noGrp="1"/>
          </p:cNvSpPr>
          <p:nvPr>
            <p:ph type="sldNum" idx="14"/>
          </p:nvPr>
        </p:nvSpPr>
        <p:spPr>
          <a:xfrm>
            <a:off x="7227360" y="5165280"/>
            <a:ext cx="2346840" cy="38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EF96563-7603-4E0F-A03C-E5AC58151364}" type="slidenum"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" name="PlaceHolder 6"/>
          <p:cNvSpPr>
            <a:spLocks noGrp="1"/>
          </p:cNvSpPr>
          <p:nvPr>
            <p:ph type="dt" idx="15"/>
          </p:nvPr>
        </p:nvSpPr>
        <p:spPr>
          <a:xfrm>
            <a:off x="504000" y="5165280"/>
            <a:ext cx="2346840" cy="38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584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ftr" idx="16"/>
          </p:nvPr>
        </p:nvSpPr>
        <p:spPr>
          <a:xfrm>
            <a:off x="3447360" y="5165280"/>
            <a:ext cx="3193560" cy="38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9" name="PlaceHolder 4"/>
          <p:cNvSpPr>
            <a:spLocks noGrp="1"/>
          </p:cNvSpPr>
          <p:nvPr>
            <p:ph type="sldNum" idx="17"/>
          </p:nvPr>
        </p:nvSpPr>
        <p:spPr>
          <a:xfrm>
            <a:off x="7227360" y="5165280"/>
            <a:ext cx="2346840" cy="38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A93EA65-4350-4118-97D8-53565FBC04BC}" type="slidenum"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0" name="PlaceHolder 5"/>
          <p:cNvSpPr>
            <a:spLocks noGrp="1"/>
          </p:cNvSpPr>
          <p:nvPr>
            <p:ph type="dt" idx="18"/>
          </p:nvPr>
        </p:nvSpPr>
        <p:spPr>
          <a:xfrm>
            <a:off x="504000" y="5165280"/>
            <a:ext cx="2346840" cy="38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020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Mongodb CRUD operations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20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The basic methods of interacting with a MongoDB server are called CRUD operations. 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CRUD stands for </a:t>
            </a:r>
            <a:r>
              <a:rPr b="1" lang="en-IN" sz="2400" spc="-1" strike="noStrike">
                <a:solidFill>
                  <a:srgbClr val="000000"/>
                </a:solidFill>
                <a:latin typeface="Arial"/>
              </a:rPr>
              <a:t>Create, Read, Update, and Delete. 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These CRUD methods are the primary ways you will manage the data in your databases</a:t>
            </a: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CRUD operations describe the conventions of a user interface that let users view, search, and modify parts of the database.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20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For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thos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fami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liar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with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relat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iona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l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data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bas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es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CR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UD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oper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atio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ns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can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be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perf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orm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ed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at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tabl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e,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reco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rd,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or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colu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mn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leve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l. 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Mon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goD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B is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a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NoS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QL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syst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em;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inst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ead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of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tabl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es it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has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a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noti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on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of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coll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ecti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ons,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inst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ead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of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reco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rds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or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row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s in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a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tabl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ther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are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doc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ume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nts,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and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inst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ead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of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colu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mns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doc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ume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nts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hav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field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s.  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So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for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Mon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goD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B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CR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UD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oper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atio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ns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can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be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perf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orm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ed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at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coll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ecti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on,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doc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ume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nt,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or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field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leve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l.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20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Create a database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use databasename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Drop a database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db.dropDatabase(“populations”)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20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Collections in Mongodb is equivalent to tables in RDBMS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A collection can be created by using any of the following methods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db.createCollection(“collection_name”)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db.collectionName.insertOne(record)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20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Documents in mongodb is equivalent to rows or records in RDBMS.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Documents can be added by the following methods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insert()  - deprecated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InsertOne() - allows one document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insertMany() - allow multiple document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20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0000"/>
          </a:bodyPr>
          <a:p>
            <a:pPr marL="3456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Examples (using populations db)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marL="3456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Use populations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marL="3456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insertOne()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marL="3456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db.popStats.insertOne({ "name": "Seoul", "country": "South Korea", "continent": "Asia", "population": 25.674 })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marL="3456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Inserting array using insertOne() will result in inserting only one document.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marL="3456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InsertMany()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marL="3456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db.popStats.insertMany([{ "name": "Mumbai", "country": "India", "continent": "Asia", "population": 19.980 }, { "name": "Lagos", "country": "Nigeria", "continent": "Africa", "population": 13.463 }])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marL="3456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marL="3456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20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/>
          </a:bodyPr>
          <a:p>
            <a:pPr marL="324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Updating or modifying documents can be done using the following methods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324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updateOne() - update one documents at a time (filter matches multiple documents only the first match gets modified)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324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updateOne(filter, update,{ upsert: boolean, writeConcer: &lt;document&gt;,...})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324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updateMany() - update multiple documents ( provide a filter that matches multiple documents)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324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updateMany(filter, update,{ upsert: boolean, writeConcer: &lt;document&gt;,...})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324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replaceOne() - replace a entire document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324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replaceOne(filter,replacementDoc,{ upsert: boolean, writeConcer: &lt;document&gt;,...})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20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Examples ( db - populations)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db.popStats.updateOne({name: "Seoul"},{$set: {population: 28.674}})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db.popStats.updateOne({continent: "Asial"},{$set: {population: 30}}) (criterion matching multiple documents for insertOne)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db.popStats.updateMany({continent: "Asial"},{$set: {population: 35}})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db.popStats.replaceOne({name:"Mumbai"},{name:"Bangalore",country:"India",continent:"Asia",population:30,temperature:30}})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20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Deleting or removing documents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deleteOne(select_criteria,{writeConcern:&lt;document&gt;,...}) - deletes first matching document based on the selection criterion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deleteMany(filter,{writeConcern:&lt;document&gt;,...})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To delete all document use the following command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deleteMany({}) - passing an empty filter criterion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20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0000"/>
          </a:bodyPr>
          <a:p>
            <a:pPr marL="3888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Examples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( db –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populations)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3888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deleteOne({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name:”Mum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bai”})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3888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-deletes first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matching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documents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3888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deleteMany(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{continent: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“Asia”})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3888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deletes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documents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matching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criterion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3888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deleteMany(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{})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3888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deletes all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documents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in a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collections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20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Fetching documents done using ‘find’ or ‘findOne’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findOne – returns the first matching document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findOne(ffilter)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find – returns all the matching documents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find(filter)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Both the find method accepts optional second parameter called projection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20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Examples ( db – populations)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db.popStats.find({}) - returns all documents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db.popStats.findOne({name:”Mumbai”}) – returns first matching document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db.popStats.findOne({}) - returns first matching document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db.popState.findOne({continent:”Asia”}) - returns first matching document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Query Operators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20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pPr marL="216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MongoDB offers the following query operator types: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Comparison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Logical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Element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Evaluation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Geospatial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Array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Bitwise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Comments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584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pPr marL="216000" indent="0"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0"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There are many query operators that can be used to compare and reference document fields.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0"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The following operators can be used in queries to compare values: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0"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Comparison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0"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$eq: Values are equal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0"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$ne: Values are not equal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0"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$gt: Value is greater than another value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0"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$gte: Value is greater than or equal to another value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0"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$lt: Value is less than another value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0"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$lte: Value is less than or equal to another value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0"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$in: Value is matched within an array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584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000"/>
          </a:bodyPr>
          <a:p>
            <a:pPr marL="20304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Logical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20304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The following operators can logically compare multiple queries.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20304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20304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$and: Returns documents where both queries match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20304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$or: Returns documents where either query matches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20304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$nor: Returns documents where both queries fail to match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20304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$not: Returns documents where the query does not match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584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4000"/>
          </a:bodyPr>
          <a:p>
            <a:pPr marL="362880" indent="0"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Evaluation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marL="362880" indent="0"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The following operators assist in evaluating documents.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marL="362880" indent="0"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$regex: Allows the use of regular expressions when evaluating field values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marL="362880" indent="0"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$text: Performs a text search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marL="362880" indent="0"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$where: Uses a JavaScript expression to match documents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marL="36288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584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584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000"/>
          </a:bodyPr>
          <a:p>
            <a:pPr marL="39744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Examples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marL="39744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db.popStats.find({continent: {$eq: “Asia”}})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marL="39744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db.popStats.find({name: { $eq: “Mumbai”}})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marL="39744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db.popStats.find({population:{ $gt: 25}})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marL="397440" indent="-2980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db.popStats.find({population:{ $lt: 25}})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marL="397440" indent="-2980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db.popStats.find({$and: [{‘continent’: ‘Asia’},,{‘population’:{$gt:20}}])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marL="39744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584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Aggregate Framework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3600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spcBef>
                <a:spcPts val="1417"/>
              </a:spcBef>
              <a:buNone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$match stage – filters those documents we need to work with, those that fit our needs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$group stage – does the aggregation job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$sort  stage – sorts the resulting documents the way we require (ascending or descending)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3600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4000"/>
          </a:bodyPr>
          <a:p>
            <a:pPr indent="0">
              <a:spcBef>
                <a:spcPts val="1417"/>
              </a:spcBef>
              <a:buNone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db.collections.aggregate([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{ 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$match: {  } 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}, 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{ 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$project: {} 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},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{</a:t>
            </a: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$group: {}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}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}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]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Bef>
                <a:spcPts val="1417"/>
              </a:spcBef>
              <a:buNone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)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Example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3600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000"/>
          </a:bodyPr>
          <a:p>
            <a:pPr marL="315360" indent="0">
              <a:spcBef>
                <a:spcPts val="1417"/>
              </a:spcBef>
              <a:buNone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db.bookOrd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ers.aggrega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te([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315360" indent="0">
              <a:spcBef>
                <a:spcPts val="1417"/>
              </a:spcBef>
              <a:buNone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{  $match: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{genre: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“Fiction”}},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315360" indent="0">
              <a:spcBef>
                <a:spcPts val="1417"/>
              </a:spcBef>
              <a:buNone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{ $project: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{last_name: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1, quantity: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1} },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315360" indent="0">
              <a:spcBef>
                <a:spcPts val="1417"/>
              </a:spcBef>
              <a:buNone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])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315360" indent="0">
              <a:spcBef>
                <a:spcPts val="1417"/>
              </a:spcBef>
              <a:buNone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db.bookOrd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ers.aggrega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te([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315360" indent="0">
              <a:spcBef>
                <a:spcPts val="1417"/>
              </a:spcBef>
              <a:buNone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{  $match: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{genre: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“Fiction”}},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315360" indent="0">
              <a:spcBef>
                <a:spcPts val="1417"/>
              </a:spcBef>
              <a:buNone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{ $project: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{last_name: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1, quantity: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1} },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315360" indent="0">
              <a:spcBef>
                <a:spcPts val="1417"/>
              </a:spcBef>
              <a:buNone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{ $group: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{_id: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“$last_name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”,totalPrice: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{$sum: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“$quantity”}}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}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315360" indent="0">
              <a:spcBef>
                <a:spcPts val="1417"/>
              </a:spcBef>
              <a:buNone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])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315360" indent="0">
              <a:spcBef>
                <a:spcPts val="1417"/>
              </a:spcBef>
              <a:buNone/>
            </a:pP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lookup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3564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8000"/>
          </a:bodyPr>
          <a:p>
            <a:pPr marL="250560" indent="0"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The $lookup operator in MongoDB allows us to perform a left outer join between documents from two collections.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250560" indent="0"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The basic syntax of the $lookup operator is as follows: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250560" indent="-187920" algn="just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{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250560" indent="0"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 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$lookup: {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250560" indent="0"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from: &lt;foreignCollection&gt;,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250560" indent="0"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localField: &lt;fieldInInputDocument&gt;,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250560" indent="0"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foreignField: &lt;fieldInForeignDocument&gt;,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250560" indent="0"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as: &lt;outputArrayField&gt;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250560" indent="0"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 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}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250560" indent="0"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}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3564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from: The name of the foreign collection to join with.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localField: The field from the input documents that will be used for matching.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foreignField: The field from the foreign collection that will be used for matching.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as: The name of the output array field that will contain the joined documents.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200" cy="9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584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0000"/>
          </a:bodyPr>
          <a:p>
            <a:pPr marL="216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db.orders.aggregate([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  </a:t>
            </a: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{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$lookup: {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      </a:t>
            </a: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from: "customers",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      </a:t>
            </a: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localField: "customer_id",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      </a:t>
            </a: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foreignField: "_id",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      </a:t>
            </a: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as: "customer_details"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    </a:t>
            </a: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}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  </a:t>
            </a: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}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)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805</TotalTime>
  <Application>LibreOffice/7.4.7.2$Linux_X86_64 LibreOffice_project/40$Build-2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2025-01-07T11:41:16Z</dcterms:created>
  <dc:creator/>
  <dc:description/>
  <dc:language>en-IN</dc:language>
  <cp:lastModifiedBy/>
  <dcterms:modified xsi:type="dcterms:W3CDTF">2025-01-13T17:00:52Z</dcterms:modified>
  <cp:revision>48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