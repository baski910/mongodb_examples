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BC504F-9CEE-4534-A3B6-AFCECF4716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37F9C8-A563-4A6D-B555-5491EBEB84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738BD0-E5F5-4152-9E25-0CC866BC6B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82B581-A58C-47ED-ACC0-88CEB9EDE8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9D9462-37A6-493A-A7A3-5DD3AA76F5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56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D962F8-D271-448C-96A5-6BF8E664A0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9434A0-C63E-4064-A17F-1967E416E4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FDCDB1-8D76-4067-979E-B0ED8083A5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BA1331-6DDE-45D0-B6DA-05318D658E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7DAC28-DD5F-4236-BC5E-ED956EE0D3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7D60B2-1CA4-47DD-B45D-3809EC9D7C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00052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349704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59C519-8E3F-49DC-90D5-4C75A4014F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F40044-0412-4F3F-A75C-CAB2DD98AE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F280FC-9085-4B23-AF7B-51E50E0365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C66A5C-4723-46B8-AB78-8259E551B1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8367599-B8FA-422E-A972-374BCE1D74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F66F1F-033B-4F85-AF61-05D2FA8456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56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FAD28B-F8AF-4B98-B78B-7E205A5F28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26436A-E15C-4EB7-A22D-8FA0E83E9C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165BC4-04FC-4267-9C93-2753F3F4C4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16FD118-DDFC-4295-98C8-A944D64C0F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D00A6B-E47D-4966-ACAD-97E8F6440B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40061D-DE39-488C-A2D6-CAC35A8B17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200052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349704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74D464-09A0-47FD-95C8-45BCB12D05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9F73D4A-5A0A-4141-AFDA-FC1AE22DEC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3597039-457A-47C2-94FB-6ACB97B6B1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C84CF93-FC3E-4BAA-B042-D8E486F0DE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1F95D9D-0B2D-4B85-95FB-71ECACC1F7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4E52D0C-7D44-4BD0-B200-C042C77964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56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2918957-C6CE-41C4-8A24-711360E60B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7C1CA86-3073-4C4F-88A6-1306ABFF62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086209-974B-4604-A08B-FD50F56B7C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2E85A8-7464-4B9E-B419-561F6AA51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B12CCF-FD19-495F-94E9-C3ED7096AF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0023DBC-C220-4073-AD60-EE46682F42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200052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349704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404E731-D49B-4396-8924-63FE60F3E7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248698B-719E-4CAB-B81E-4D99C69FBA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72E1AFC-6610-4B52-A157-BC8E378272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0848BCF-4C1D-4561-92B0-301D193FA9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1BF338A-F35F-42F4-AB98-CAE44DC20B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5F217D7-AEE4-46B1-85D3-9E8085AC7C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56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C351A32-3D3F-4C45-9E0A-5168D833BE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478319B-5FCA-4EC0-8E4F-8C781321C7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15A6017-32E8-42C9-82AE-2725EB1F36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61683AB-1C96-4347-8E78-0D57FE9A89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5DE3B2E-0961-46E2-BD48-1354BEB18D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A950897-75B3-4661-9F36-E3137364E7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200052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349704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305C5F7-AAD8-4A97-95BE-9009FF2A05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4D1D7C9-D6D2-4F95-A885-F482D74A32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2B65364-2148-4226-9B3E-EBCD96C0D6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3E42AD3-6C3C-4F9C-9124-9C26F0882C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E1AF26E-ECFE-454E-8D28-F9F32F5AC5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7BC4454-2563-461D-A4B2-860EDD3C02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56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DD63641-8E6D-4656-B3D6-20B9DF1C1B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C771B65-109A-4653-9BFF-229D9FB521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F63BCD8-471B-40E5-ABB4-A3E68F53BC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971DA04-C565-4F48-9099-D636905708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0400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3D896A5-C0D9-458B-96A2-B8D7A1005C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504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/>
          </p:nvPr>
        </p:nvSpPr>
        <p:spPr>
          <a:xfrm>
            <a:off x="2772000" y="3043800"/>
            <a:ext cx="2159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7EDBC32-0F43-4253-B680-454ED13949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50400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/>
          </p:nvPr>
        </p:nvSpPr>
        <p:spPr>
          <a:xfrm>
            <a:off x="200052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/>
          </p:nvPr>
        </p:nvSpPr>
        <p:spPr>
          <a:xfrm>
            <a:off x="3497040" y="3043800"/>
            <a:ext cx="14248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008A2DE-FC1C-4D0B-BB9C-8D9A01B999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BA67E5-4E81-431A-AE3E-250076F3D566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B220EF-6A9C-4BA5-88E1-DBE2B562894C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C98994-6637-427A-A503-92B224514E19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7006DC-8623-43E5-8C07-2A52B0F02BD3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6C6C26-1F31-4D46-8353-A4AD9A9B138C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Mongodb CRUD operations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basic methods of interacting with a MongoDB server are called CRUD operations.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CRUD stands for 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</a:rPr>
              <a:t>Create, Read, Update, and Delete.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These CRUD methods are the primary ways you will manage the data in your databases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CRUD operations describe the conventions of a user interface that let users view, search, and modify parts of the database.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For those familiar with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relational databases CRUD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operations can be performed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at the table, record, 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column level.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MongoDB is a NoSQL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system; instead of tables it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has a notion of collections,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instead of records or rows in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 table there are documents,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and instead of columns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have fields. 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So for MongoDB CRUD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operations can be performed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at the collection, document,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or field level.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Create a database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use databasename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Drop a database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db.dropDatabase(“populations”)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Collections in Mongodb is equivalent to tables in RDBMS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 collection can be created by using any of the following methods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db.createCollection(“collection_name”)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db.collectionName.insertOne(record)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in mongodb is equivalent to rows or records in RDBMS.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can be added by the following methods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insert()  - deprecated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InsertOne() - allows one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insertMany() - allow multiple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Examples (using populations db)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Use populations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insertOne()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db.popStats.insertOne({ "name": "Seoul", "country": "South Korea", "continent": "Asia", "population": 25.674 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Inserting array using insertOne() will result in inserting only one document.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InsertMany()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db.popStats.insertMany([{ "name": "Mumbai", "country": "India", "continent": "Asia", "population": 19.980 }, { "name": "Lagos", "country": "Nigeria", "continent": "Africa", "population": 13.463 }])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Updating or modifying documents can be done using the following methods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updateOne() - update one documents at a time (filter matches multiple documents only the first match gets modified)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updateOne(filter, update,{ upsert: boolean, writeConcer: 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updateMany() - update multiple documents ( provide a filter that matches multiple documents)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updateMany(filter, update,{ upsert: boolean, writeConcer: 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replaceOne() - replace a entire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replaceOne(filter,replacementDoc,{ upsert: boolean, writeConcer: 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Examples ( db - populations)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db.popStats.updateOne({name: "Seoul"},{$set: {population: 28.674}})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db.popStats.updateOne({continent: "Asial"},{$set: {population: 30}}) (criterion matching multiple documents for insertOne)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db.popStats.updateMany({continent: "Asial"},{$set: {population: 35}})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db.popStats.replaceOne({name:"Mumbai"},{name:"Bangalore",country:"India",continent:"Asia",population:30,temperature:30}})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Deleting or removing documents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deleteOne(select_criteria,{writeConcern:&lt;document&gt;,...}) - deletes first matching document based on the selection criterion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deleteMany(filter,{writeConcern:&lt;document&gt;,...})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To delete all document use the following command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deleteMany({}) - passing an empty filter criterion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Examples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( db –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populations)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deleteOne({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name:”Mum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bai”})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-deletes first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matching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deleteMany(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{continent: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“Asia”})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matching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criterion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deleteMany(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deletes all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 a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collections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Fetching documents done using ‘find’ or ‘findOne’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findOne – returns the first matching document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findOne(ffilter)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 – returns all the matching documents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find(filter)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Both the find method accepts optional second parameter called projection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Examples ( db – populations)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db.popStats.find({}) - returns all documents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db.popStats.findOne({name:”Mumbai”}) – returns first matching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db.popStats.findOne({}) - returns first matching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db.popState.findOne({continent:”Asia”}) - returns first matching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Query Operators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MongoDB offers the following query operator types: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Comparison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Logical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Element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Evaluation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Geospatial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Array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Bitwise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Comments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There are many query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operators that can be used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to compare and reference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 fields.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following operators can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be used in queries to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compare values: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Comparison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$eq: Values are equal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$ne: Values are not equal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$gt: Value is greater than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$gte: Value is greater than 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equal to 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$lt: Value is less than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$lte: Value is less than 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equal to 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$in: Value is matched within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an array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Logical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The following operators can logically compare multiple queries.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$and: Returns documents where both queries match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$or: Returns documents where either query matches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$nor: Returns documents where both queries fail to match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$not: Returns documents where the query does not match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Evaluation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The following operators assist in evaluating documents.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$regex: Allows the use of regular expressions when evaluating field values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$text: Performs a text search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$where: Uses a JavaScript expression to match documents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Examples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db.popStats.find({continent: {$eq: “Asia”}})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db.popStats.find({name: { $eq: “Mumbai”}})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db.popStats.find({population:{ $gt: 25}})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-298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db.popStats.find({population:{ $lt: 25}})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-298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db.popStats.find({$and: [{‘continent’: ‘Asia’},,{‘population’:{$gt:20}}])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lookup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60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000"/>
          </a:bodyPr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$lookup operator in MongoDB allows us to perform a left outer join between documents from two collections.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basic syntax of the $lookup operator is as follows: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-19764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$lookup: {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from: &lt;foreignCollection&gt;,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localField: &lt;fieldInInputDocument&gt;,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foreignField: &lt;fieldInForeignDocument&gt;,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as: &lt;outputArrayField&gt;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6352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60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from: The name of the foreign collection to join with.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localField: The field from the input documents that will be used for matching.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foreignField: The field from the foreign collection that will be used for matching.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as: The name of the output array field that will contain the joined documents.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3000"/>
          </a:bodyPr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db.orders.aggregate([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{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$lookup: {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from: "customers",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localField: "customer_id",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foreignField: "_id",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as: "customer_details"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2896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2025-01-07T11:41:16Z</dcterms:created>
  <dc:creator/>
  <dc:description/>
  <dc:language>en-IN</dc:language>
  <cp:lastModifiedBy/>
  <dcterms:modified xsi:type="dcterms:W3CDTF">2025-01-08T03:38:55Z</dcterms:modified>
  <cp:revision>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